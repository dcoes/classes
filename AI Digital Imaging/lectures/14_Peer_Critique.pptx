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a:t>
            </a:r>
            <a:r>
              <a:t> A critique day: the lecture is about 30 minutes, then small-group critique with written notes. Spot it (3). Milestone 3 check-in (3). Written notes, and why (6). Addressing a note: three honest responses (6). The focal image, and where detail goes (6). Practice round (6). How today runs (2). Then critique.</a:t>
            </a:r>
          </a:p>
          <a:p>
            <a:pPr>
              <a:spcAft>
                <a:spcPts val="800"/>
              </a:spcAft>
            </a:pPr>
            <a:r>
              <a:rPr b="1"/>
              <a:t>Prep before class.</a:t>
            </a:r>
            <a:r>
              <a:t> Collect Milestone 3 (the corrected set, with type on at least one image). Printed or shared written-note cards: reader's name, the three columns, and a line for "the one change I'd make first." One corrected set of your own for the practice 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Pick something subtle on purpose. By now the room should be finding the quiet errors.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Milestone 3, the corrected set. [Check submissions.]</a:t>
            </a:r>
          </a:p>
          <a:p>
            <a:pPr>
              <a:spcAft>
                <a:spcPts val="800"/>
              </a:spcAft>
            </a:pPr>
            <a:r>
              <a:t>Two classes left after today: presentation and export next time, then the final critique. So the notes you get today are the last round of notes before the final. Take them seriously, and write them down.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Today is different from the last two critiques in one way: every reader </a:t>
            </a:r>
            <a:r>
              <a:rPr b="1"/>
              <a:t>writes</a:t>
            </a:r>
            <a:r>
              <a:t> their notes, on a card, and hands it to the presenter.</a:t>
            </a:r>
          </a:p>
          <a:p>
            <a:pPr>
              <a:spcAft>
                <a:spcPts val="800"/>
              </a:spcAft>
            </a:pPr>
            <a:r>
              <a:t>The reason is simple. A spoken note is gone by tonight. You'll remember the one that stung and forget the three useful ones. A written note is still there at midnight when you're actually doing the fixes.</a:t>
            </a:r>
          </a:p>
          <a:p>
            <a:pPr>
              <a:spcAft>
                <a:spcPts val="800"/>
              </a:spcAft>
            </a:pPr>
            <a:r>
              <a:t>It's also how notes work at most studios: they're written down, by someone, and they get tracked until they're addressed.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card has five lines.</a:t>
            </a:r>
          </a:p>
          <a:p>
            <a:pPr>
              <a:spcAft>
                <a:spcPts val="800"/>
              </a:spcAft>
            </a:pPr>
            <a:r>
              <a:t>Your </a:t>
            </a:r>
            <a:r>
              <a:rPr b="1"/>
              <a:t>name</a:t>
            </a:r>
            <a:r>
              <a:t>, so the presenter can ask you about it later. The three columns we've been using: </a:t>
            </a:r>
            <a:r>
              <a:rPr b="1"/>
              <a:t>brief says, image does, one change.</a:t>
            </a:r>
            <a:r>
              <a:t> And one more line: </a:t>
            </a:r>
            <a:r>
              <a:rPr b="1"/>
              <a:t>which image is weakest now</a:t>
            </a:r>
            <a:r>
              <a:t>, after the corrections.</a:t>
            </a:r>
          </a:p>
          <a:p>
            <a:pPr>
              <a:spcAft>
                <a:spcPts val="800"/>
              </a:spcAft>
            </a:pPr>
            <a:r>
              <a:t>Keep the notes specific. "The scarf is orange in image 3, red everywhere else" is a note. "Looks great!" is kind, and also not a note. You can say it out loud, but it doesn't go on the card.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something we haven't said yet. You don't have to do every note. What you have to do is </a:t>
            </a:r>
            <a:r>
              <a:rPr b="1"/>
              <a:t>address</a:t>
            </a:r>
            <a:r>
              <a:t> every note, and there are three honest ways to do that.</a:t>
            </a:r>
          </a:p>
          <a:p>
            <a:pPr>
              <a:spcAft>
                <a:spcPts val="800"/>
              </a:spcAft>
            </a:pPr>
            <a:r>
              <a:rPr b="1"/>
              <a:t>Do it</a:t>
            </a:r>
            <a:r>
              <a:t>, and say that you did. </a:t>
            </a:r>
            <a:r>
              <a:rPr b="1"/>
              <a:t>Adapt it</a:t>
            </a:r>
            <a:r>
              <a:t>: you agree there's a problem, but you fix it a different way than the reader suggested. And </a:t>
            </a:r>
            <a:r>
              <a:rPr b="1"/>
              <a:t>decline it</a:t>
            </a:r>
            <a:r>
              <a:t>, with a reason, in writing: "I kept the light from the right because the brief's must list requires the window on the right."</a:t>
            </a:r>
          </a:p>
          <a:p>
            <a:pPr>
              <a:spcAft>
                <a:spcPts val="800"/>
              </a:spcAft>
            </a:pPr>
            <a:r>
              <a:t>The milestone rubric says exactly this: every note is addressed, or a reason is given for not addressing it. Declining with a reason is a full mark. Ignoring a note isn't.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Every series has a focal image, the one that leads: the main key art, the first chapter header, the poster in the middle of the wall. It's the one people see first and judge the others by.</a:t>
            </a:r>
          </a:p>
          <a:p>
            <a:pPr>
              <a:spcAft>
                <a:spcPts val="800"/>
              </a:spcAft>
            </a:pPr>
            <a:r>
              <a:t>That image deserves the most care in these last few days. It's Option B tonight: one more hand-painted correction pass on your focal image.</a:t>
            </a:r>
          </a:p>
          <a:p>
            <a:pPr>
              <a:spcAft>
                <a:spcPts val="800"/>
              </a:spcAft>
            </a:pPr>
            <a:r>
              <a:t>And within that image, </a:t>
            </a:r>
            <a:r>
              <a:rPr b="1"/>
              <a:t>detail goes where the eye goes.</a:t>
            </a:r>
            <a:r>
              <a:t> The focal area, usually a face or the main action, gets the sharpest edges, the most contrast and the most finish. The rest can be simpler, softer, quieter. Generated images do the opposite: they put the same amount of detail everywhere. Taking detail out of the parts that don't matter is often the best correction you can make.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warning for the last stretch. There's a difference between finishing and polishing.</a:t>
            </a:r>
          </a:p>
          <a:p>
            <a:pPr>
              <a:spcAft>
                <a:spcPts val="800"/>
              </a:spcAft>
            </a:pPr>
            <a:r>
              <a:rPr b="1"/>
              <a:t>Finishing</a:t>
            </a:r>
            <a:r>
              <a:t> is closing the gaps between the image and the brief, fixing the remaining callouts, addressing the notes. </a:t>
            </a:r>
            <a:r>
              <a:rPr b="1"/>
              <a:t>Polishing</a:t>
            </a:r>
            <a:r>
              <a:t> is changing things that already work, because you're nervous, or because rerolling is a habit, or because it's 2 a.m.</a:t>
            </a:r>
          </a:p>
          <a:p>
            <a:pPr>
              <a:spcAft>
                <a:spcPts val="800"/>
              </a:spcAft>
            </a:pPr>
            <a:r>
              <a:t>Polishing feels like work, and sometimes it makes things worse. When you catch yourself regenerating a part that was fine, stop, and go back to your list of notes.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six minutes.] One more time, on me first. Here's my corrected set. Everyone write a note card for it, all five lines, in two minutes.</a:t>
            </a:r>
          </a:p>
          <a:p>
            <a:pPr>
              <a:spcAft>
                <a:spcPts val="800"/>
              </a:spcAft>
            </a:pPr>
            <a:r>
              <a:t>[Collect four or five cards and read them aloud. Point out which notes are specific, and which ones you'd do, adapt, or decline, saying why for each. Decline at least one, with a reason, so they see that it's allowed.]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Same as before, with the cards.</a:t>
            </a:r>
          </a:p>
          <a:p>
            <a:pPr>
              <a:spcAft>
                <a:spcPts val="800"/>
              </a:spcAft>
            </a:pPr>
            <a:r>
              <a:t>Groups of three or four, about six minutes each. Show the set side by side, then the focal image large. Read your brief and must list aloud. Every reader writes a card and hands it to the presenter. Presenters: read them tonight and decide, for each one, do, adapt or decline.</a:t>
            </a:r>
          </a:p>
          <a:p>
            <a:pPr>
              <a:spcAft>
                <a:spcPts val="800"/>
              </a:spcAft>
            </a:pPr>
            <a:r>
              <a:t>I'll rotate and add my own card for each of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a:t>
            </a:r>
          </a:p>
          <a:p>
            <a:pPr>
              <a:spcAft>
                <a:spcPts val="800"/>
              </a:spcAft>
            </a:pPr>
            <a:r>
              <a:rPr b="1"/>
              <a:t>Option A</a:t>
            </a:r>
            <a:r>
              <a:t>: address two of today's notes, each on its own named layer, and write a line for each: did it, adapted it, or declined it and why.</a:t>
            </a:r>
          </a:p>
          <a:p>
            <a:pPr>
              <a:spcAft>
                <a:spcPts val="800"/>
              </a:spcAft>
            </a:pPr>
            <a:r>
              <a:rPr b="1"/>
              <a:t>Option B</a:t>
            </a:r>
            <a:r>
              <a:t>: one more hand-painted correction pass on your focal image, concentrating detail where the eye goes, plus addressing one critique note.</a:t>
            </a:r>
          </a:p>
          <a:p>
            <a:pPr>
              <a:spcAft>
                <a:spcPts val="800"/>
              </a:spcAft>
            </a:pPr>
            <a:r>
              <a:t>Next class: the presentation sheet and export. Bring your final files.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Address every note. Do it, adapt it, or say why not. [Into the groups.]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Peer Critique: The Corrected Set</a:t>
            </a:r>
          </a:p>
        </p:txBody>
      </p:sp>
      <p:sp>
        <p:nvSpPr>
          <p:cNvPr id="3" name="Subtitle 2"/>
          <p:cNvSpPr>
            <a:spLocks noGrp="1"/>
          </p:cNvSpPr>
          <p:nvPr>
            <p:ph type="subTitle" idx="1"/>
          </p:nvPr>
        </p:nvSpPr>
        <p:spPr/>
        <p:txBody>
          <a:bodyPr/>
          <a:lstStyle/>
          <a:p>
            <a:r>
              <a:t>AI Digital Imaging  |  Session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image from a corrected set where the remaining problem is subtle (an edge, a grain mismatch)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Milestone 3 is in</a:t>
            </a:r>
          </a:p>
        </p:txBody>
      </p:sp>
      <p:sp>
        <p:nvSpPr>
          <p:cNvPr id="3" name="Content Placeholder 2"/>
          <p:cNvSpPr>
            <a:spLocks noGrp="1"/>
          </p:cNvSpPr>
          <p:nvPr>
            <p:ph idx="1"/>
          </p:nvPr>
        </p:nvSpPr>
        <p:spPr/>
        <p:txBody>
          <a:bodyPr/>
          <a:lstStyle/>
          <a:p>
            <a:pPr/>
            <a:r>
              <a:t>The corrected set.</a:t>
            </a:r>
          </a:p>
          <a:p>
            <a:pPr/>
            <a:r>
              <a:t>Type on at least one image.</a:t>
            </a:r>
          </a:p>
          <a:p>
            <a:pPr/>
            <a:r>
              <a:t>Two classes left.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Write the note down, for them.</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A spoken note is gone by tonight.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note card</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2100">
                <a:solidFill>
                  <a:srgbClr val="2B2B2B"/>
                </a:solidFill>
              </a:rPr>
              <a:t>Your name</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2100">
                <a:solidFill>
                  <a:srgbClr val="2B2B2B"/>
                </a:solidFill>
              </a:rPr>
              <a:t>Brief says</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4343400" cy="411480"/>
          </a:xfrm>
          <a:prstGeom prst="rect">
            <a:avLst/>
          </a:prstGeom>
          <a:noFill/>
        </p:spPr>
        <p:txBody>
          <a:bodyPr wrap="square">
            <a:spAutoFit/>
          </a:bodyPr>
          <a:lstStyle/>
          <a:p>
            <a:r>
              <a:rPr sz="2100">
                <a:solidFill>
                  <a:srgbClr val="2B2B2B"/>
                </a:solidFill>
              </a:rPr>
              <a:t>Image does</a:t>
            </a:r>
          </a:p>
        </p:txBody>
      </p:sp>
      <p:sp>
        <p:nvSpPr>
          <p:cNvPr id="9" name="Rectangle 8"/>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2514600"/>
            <a:ext cx="4343400" cy="411480"/>
          </a:xfrm>
          <a:prstGeom prst="rect">
            <a:avLst/>
          </a:prstGeom>
          <a:noFill/>
        </p:spPr>
        <p:txBody>
          <a:bodyPr wrap="square">
            <a:spAutoFit/>
          </a:bodyPr>
          <a:lstStyle/>
          <a:p>
            <a:r>
              <a:rPr sz="2100">
                <a:solidFill>
                  <a:srgbClr val="2B2B2B"/>
                </a:solidFill>
              </a:rPr>
              <a:t>One change, first</a:t>
            </a:r>
          </a:p>
        </p:txBody>
      </p:sp>
      <p:sp>
        <p:nvSpPr>
          <p:cNvPr id="11" name="Rectangle 10"/>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3081528"/>
            <a:ext cx="4343400" cy="411480"/>
          </a:xfrm>
          <a:prstGeom prst="rect">
            <a:avLst/>
          </a:prstGeom>
          <a:noFill/>
        </p:spPr>
        <p:txBody>
          <a:bodyPr wrap="square">
            <a:spAutoFit/>
          </a:bodyPr>
          <a:lstStyle/>
          <a:p>
            <a:r>
              <a:rPr sz="2100">
                <a:solidFill>
                  <a:srgbClr val="2B2B2B"/>
                </a:solidFill>
              </a:rPr>
              <a:t>Which image is weakest now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honest responses to a note</a:t>
            </a:r>
          </a:p>
        </p:txBody>
      </p:sp>
      <p:sp>
        <p:nvSpPr>
          <p:cNvPr id="3" name="Rounded Rectangle 2"/>
          <p:cNvSpPr/>
          <p:nvPr/>
        </p:nvSpPr>
        <p:spPr>
          <a:xfrm>
            <a:off x="1298448"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Do it</a:t>
            </a:r>
          </a:p>
          <a:p>
            <a:pPr algn="ctr"/>
            <a:r>
              <a:rPr sz="1600">
                <a:solidFill>
                  <a:srgbClr val="2B2B2B"/>
                </a:solidFill>
              </a:rPr>
              <a:t>and say so</a:t>
            </a:r>
          </a:p>
        </p:txBody>
      </p:sp>
      <p:sp>
        <p:nvSpPr>
          <p:cNvPr id="4" name="Rounded Rectangle 3"/>
          <p:cNvSpPr/>
          <p:nvPr/>
        </p:nvSpPr>
        <p:spPr>
          <a:xfrm>
            <a:off x="4596384"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Adapt it</a:t>
            </a:r>
          </a:p>
          <a:p>
            <a:pPr algn="ctr"/>
            <a:r>
              <a:rPr sz="1600">
                <a:solidFill>
                  <a:srgbClr val="2B2B2B"/>
                </a:solidFill>
              </a:rPr>
              <a:t>fix the problem a different way</a:t>
            </a:r>
          </a:p>
        </p:txBody>
      </p:sp>
      <p:sp>
        <p:nvSpPr>
          <p:cNvPr id="5" name="Rounded Rectangle 4"/>
          <p:cNvSpPr/>
          <p:nvPr/>
        </p:nvSpPr>
        <p:spPr>
          <a:xfrm>
            <a:off x="7894320"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Decline it</a:t>
            </a:r>
          </a:p>
          <a:p>
            <a:pPr algn="ctr"/>
            <a:r>
              <a:rPr sz="1600">
                <a:solidFill>
                  <a:srgbClr val="2B2B2B"/>
                </a:solidFill>
              </a:rPr>
              <a:t>with a reason, in writing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focal image</a:t>
            </a:r>
          </a:p>
        </p:txBody>
      </p:sp>
      <p:sp>
        <p:nvSpPr>
          <p:cNvPr id="3" name="Content Placeholder 2"/>
          <p:cNvSpPr>
            <a:spLocks noGrp="1"/>
          </p:cNvSpPr>
          <p:nvPr>
            <p:ph idx="1"/>
          </p:nvPr>
        </p:nvSpPr>
        <p:spPr/>
        <p:txBody>
          <a:bodyPr/>
          <a:lstStyle/>
          <a:p>
            <a:pPr/>
            <a:r>
              <a:t>One image leads the set.</a:t>
            </a:r>
          </a:p>
          <a:p>
            <a:pPr/>
            <a:r>
              <a:t>It gets the most care.</a:t>
            </a:r>
          </a:p>
          <a:p>
            <a:pPr/>
            <a:r>
              <a:t>Detail goes where the eye goes.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Finishing, not polishing</a:t>
            </a:r>
          </a:p>
        </p:txBody>
      </p:sp>
      <p:sp>
        <p:nvSpPr>
          <p:cNvPr id="3" name="Content Placeholder 2"/>
          <p:cNvSpPr>
            <a:spLocks noGrp="1"/>
          </p:cNvSpPr>
          <p:nvPr>
            <p:ph idx="1"/>
          </p:nvPr>
        </p:nvSpPr>
        <p:spPr/>
        <p:txBody>
          <a:bodyPr/>
          <a:lstStyle/>
          <a:p>
            <a:pPr/>
            <a:r>
              <a:t>Finishing: the brief is met.</a:t>
            </a:r>
          </a:p>
          <a:p>
            <a:pPr/>
            <a:r>
              <a:t>Polishing: changing things that work.</a:t>
            </a:r>
          </a:p>
          <a:p>
            <a:pPr/>
            <a:r>
              <a:t>Know which one you're doing.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Practice round: my corrected set</a:t>
            </a:r>
          </a:p>
        </p:txBody>
      </p:sp>
      <p:sp>
        <p:nvSpPr>
          <p:cNvPr id="3" name="IMAGE SLOT"/>
          <p:cNvSpPr/>
          <p:nvPr/>
        </p:nvSpPr>
        <p:spPr>
          <a:xfrm>
            <a:off x="1298448" y="2377440"/>
            <a:ext cx="9601200" cy="32461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own corrected set, side by side, with type on one image</a:t>
            </a:r>
          </a:p>
        </p:txBody>
      </p:sp>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Write a card for me. Then we compare.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today runs</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9144000" cy="411480"/>
          </a:xfrm>
          <a:prstGeom prst="rect">
            <a:avLst/>
          </a:prstGeom>
          <a:noFill/>
        </p:spPr>
        <p:txBody>
          <a:bodyPr wrap="square">
            <a:spAutoFit/>
          </a:bodyPr>
          <a:lstStyle/>
          <a:p>
            <a:r>
              <a:rPr sz="2100">
                <a:solidFill>
                  <a:srgbClr val="2B2B2B"/>
                </a:solidFill>
              </a:rPr>
              <a:t>Groups of three or four</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9144000" cy="411480"/>
          </a:xfrm>
          <a:prstGeom prst="rect">
            <a:avLst/>
          </a:prstGeom>
          <a:noFill/>
        </p:spPr>
        <p:txBody>
          <a:bodyPr wrap="square">
            <a:spAutoFit/>
          </a:bodyPr>
          <a:lstStyle/>
          <a:p>
            <a:r>
              <a:rPr sz="2100">
                <a:solidFill>
                  <a:srgbClr val="2B2B2B"/>
                </a:solidFill>
              </a:rPr>
              <a:t>Set side by side, then the focal image</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9144000" cy="411480"/>
          </a:xfrm>
          <a:prstGeom prst="rect">
            <a:avLst/>
          </a:prstGeom>
          <a:noFill/>
        </p:spPr>
        <p:txBody>
          <a:bodyPr wrap="square">
            <a:spAutoFit/>
          </a:bodyPr>
          <a:lstStyle/>
          <a:p>
            <a:r>
              <a:rPr sz="2100">
                <a:solidFill>
                  <a:srgbClr val="2B2B2B"/>
                </a:solidFill>
              </a:rPr>
              <a:t>Read your brief and musts aloud</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9144000" cy="411480"/>
          </a:xfrm>
          <a:prstGeom prst="rect">
            <a:avLst/>
          </a:prstGeom>
          <a:noFill/>
        </p:spPr>
        <p:txBody>
          <a:bodyPr wrap="square">
            <a:spAutoFit/>
          </a:bodyPr>
          <a:lstStyle/>
          <a:p>
            <a:r>
              <a:rPr sz="2100">
                <a:solidFill>
                  <a:srgbClr val="2B2B2B"/>
                </a:solidFill>
              </a:rPr>
              <a:t>Every reader writes a card</a:t>
            </a:r>
          </a:p>
        </p:txBody>
      </p:sp>
      <p:sp>
        <p:nvSpPr>
          <p:cNvPr id="11" name="Rectangle 10"/>
          <p:cNvSpPr/>
          <p:nvPr/>
        </p:nvSpPr>
        <p:spPr>
          <a:xfrm>
            <a:off x="1298448" y="4873752"/>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64207" y="4782312"/>
            <a:ext cx="9144000" cy="411480"/>
          </a:xfrm>
          <a:prstGeom prst="rect">
            <a:avLst/>
          </a:prstGeom>
          <a:noFill/>
        </p:spPr>
        <p:txBody>
          <a:bodyPr wrap="square">
            <a:spAutoFit/>
          </a:bodyPr>
          <a:lstStyle/>
          <a:p>
            <a:r>
              <a:rPr sz="2100">
                <a:solidFill>
                  <a:srgbClr val="2B2B2B"/>
                </a:solidFill>
              </a:rPr>
              <a:t>Hand the cards to the presenter</a:t>
            </a:r>
          </a:p>
        </p:txBody>
      </p:sp>
      <p:sp>
        <p:nvSpPr>
          <p:cNvPr id="13" name="Rectangle 12"/>
          <p:cNvSpPr/>
          <p:nvPr/>
        </p:nvSpPr>
        <p:spPr>
          <a:xfrm>
            <a:off x="1298448" y="5440679"/>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64207" y="5349240"/>
            <a:ext cx="9144000" cy="411480"/>
          </a:xfrm>
          <a:prstGeom prst="rect">
            <a:avLst/>
          </a:prstGeom>
          <a:noFill/>
        </p:spPr>
        <p:txBody>
          <a:bodyPr wrap="square">
            <a:spAutoFit/>
          </a:bodyPr>
          <a:lstStyle/>
          <a:p>
            <a:r>
              <a:rPr sz="2100">
                <a:solidFill>
                  <a:srgbClr val="2B2B2B"/>
                </a:solidFill>
              </a:rPr>
              <a:t>I rotate between groups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Note card</a:t>
            </a:r>
            <a:r>
              <a:rPr sz="1900"/>
              <a:t> – a written note, with the reader's name</a:t>
            </a:r>
          </a:p>
          <a:p>
            <a:pPr>
              <a:spcAft>
                <a:spcPts val="600"/>
              </a:spcAft>
            </a:pPr>
            <a:r>
              <a:rPr b="1" sz="1900"/>
              <a:t>Address a note</a:t>
            </a:r>
            <a:r>
              <a:rPr sz="1900"/>
              <a:t> – do it, adapt it, or decline with a reason</a:t>
            </a:r>
          </a:p>
        </p:txBody>
      </p:sp>
      <p:sp>
        <p:nvSpPr>
          <p:cNvPr id="4" name="Content Placeholder 3"/>
          <p:cNvSpPr>
            <a:spLocks noGrp="1"/>
          </p:cNvSpPr>
          <p:nvPr>
            <p:ph idx="2" sz="half"/>
          </p:nvPr>
        </p:nvSpPr>
        <p:spPr/>
        <p:txBody>
          <a:bodyPr/>
          <a:lstStyle/>
          <a:p>
            <a:pPr>
              <a:spcAft>
                <a:spcPts val="600"/>
              </a:spcAft>
            </a:pPr>
            <a:r>
              <a:rPr b="1" sz="1900"/>
              <a:t>Focal image</a:t>
            </a:r>
            <a:r>
              <a:rPr sz="1900"/>
              <a:t> – the one that leads the set</a:t>
            </a:r>
          </a:p>
          <a:p>
            <a:pPr>
              <a:spcAft>
                <a:spcPts val="600"/>
              </a:spcAft>
            </a:pPr>
            <a:r>
              <a:rPr b="1" sz="1900"/>
              <a:t>Finishing vs polishing</a:t>
            </a:r>
            <a:r>
              <a:rPr sz="1900"/>
              <a:t> – closing gaps versus changing what works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Address two critique notes,</a:t>
            </a:r>
          </a:p>
          <a:p>
            <a:pPr/>
            <a:r>
              <a:t>each on a named layer.</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One more hand-painted pass</a:t>
            </a:r>
          </a:p>
          <a:p>
            <a:pPr/>
            <a:r>
              <a:t>on your focal image,</a:t>
            </a:r>
          </a:p>
          <a:p>
            <a:pPr/>
            <a:r>
              <a:t>plus one critique note.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Address every note.</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Do it, adapt it, or say why not.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