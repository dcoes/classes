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327" r:id="rId81"/>
    <p:sldId id="328" r:id="rId82"/>
    <p:sldId id="329" r:id="rId83"/>
    <p:sldId id="257" r:id="rId6"/>
    <p:sldId id="259" r:id="rId8"/>
    <p:sldId id="260" r:id="rId9"/>
    <p:sldId id="262" r:id="rId11"/>
    <p:sldId id="263" r:id="rId12"/>
    <p:sldId id="266" r:id="rId15"/>
    <p:sldId id="267" r:id="rId16"/>
    <p:sldId id="268" r:id="rId17"/>
    <p:sldId id="269" r:id="rId18"/>
    <p:sldId id="271" r:id="rId20"/>
    <p:sldId id="272" r:id="rId21"/>
    <p:sldId id="274" r:id="rId23"/>
    <p:sldId id="275" r:id="rId24"/>
    <p:sldId id="276" r:id="rId25"/>
    <p:sldId id="320" r:id="rId69"/>
    <p:sldId id="321" r:id="rId70"/>
    <p:sldId id="278" r:id="rId27"/>
    <p:sldId id="330" r:id="rId84"/>
    <p:sldId id="331" r:id="rId85"/>
    <p:sldId id="286" r:id="rId35"/>
    <p:sldId id="297" r:id="rId46"/>
    <p:sldId id="332" r:id="rId86"/>
    <p:sldId id="333" r:id="rId87"/>
    <p:sldId id="288" r:id="rId37"/>
    <p:sldId id="334" r:id="rId88"/>
    <p:sldId id="335" r:id="rId89"/>
    <p:sldId id="336" r:id="rId90"/>
    <p:sldId id="337" r:id="rId91"/>
    <p:sldId id="338" r:id="rId92"/>
    <p:sldId id="339" r:id="rId93"/>
    <p:sldId id="340" r:id="rId94"/>
    <p:sldId id="341" r:id="rId95"/>
    <p:sldId id="325" r:id="rId74"/>
    <p:sldId id="326" r:id="rId75"/>
    <p:sldId id="342" r:id="rId96"/>
    <p:sldId id="343" r:id="rId97"/>
    <p:sldId id="344" r:id="rId98"/>
    <p:sldId id="345" r:id="rId99"/>
    <p:sldId id="346" r:id="rId100"/>
    <p:sldId id="347" r:id="rId101"/>
    <p:sldId id="348" r:id="rId102"/>
    <p:sldId id="349" r:id="rId103"/>
  </p:sldIdLst>
  <p:sldSz cy="6858000" cx="12192000"/>
  <p:notesSz cx="6858000" cy="9144000"/>
  <p:embeddedFontLst>
    <p:embeddedFont>
      <p:font typeface="Century Gothic"/>
      <p:regular r:id="rId76"/>
      <p:bold r:id="rId77"/>
      <p:italic r:id="rId78"/>
      <p:boldItalic r:id="rId7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0" roundtripDataSignature="AMtx7miwbqCflbJKlJ/r99iLK5OyvTZO+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7" Type="http://schemas.openxmlformats.org/officeDocument/2006/relationships/slide" Target="slides/slide21.xml"/><Relationship Id="rId35" Type="http://schemas.openxmlformats.org/officeDocument/2006/relationships/slide" Target="slides/slide24.xml"/><Relationship Id="rId37" Type="http://schemas.openxmlformats.org/officeDocument/2006/relationships/slide" Target="slides/slide28.xml"/><Relationship Id="rId46" Type="http://schemas.openxmlformats.org/officeDocument/2006/relationships/slide" Target="slides/slide25.xml"/><Relationship Id="rId69" Type="http://schemas.openxmlformats.org/officeDocument/2006/relationships/slide" Target="slides/slide19.xml"/><Relationship Id="rId70" Type="http://schemas.openxmlformats.org/officeDocument/2006/relationships/slide" Target="slides/slide20.xml"/><Relationship Id="rId74" Type="http://schemas.openxmlformats.org/officeDocument/2006/relationships/slide" Target="slides/slide37.xml"/><Relationship Id="rId75" Type="http://schemas.openxmlformats.org/officeDocument/2006/relationships/slide" Target="slides/slide38.xml"/><Relationship Id="rId76" Type="http://schemas.openxmlformats.org/officeDocument/2006/relationships/font" Target="fonts/CenturyGothic-regular.fntdata"/><Relationship Id="rId77" Type="http://schemas.openxmlformats.org/officeDocument/2006/relationships/font" Target="fonts/CenturyGothic-bold.fntdata"/><Relationship Id="rId78" Type="http://schemas.openxmlformats.org/officeDocument/2006/relationships/font" Target="fonts/CenturyGothic-italic.fntdata"/><Relationship Id="rId79" Type="http://schemas.openxmlformats.org/officeDocument/2006/relationships/font" Target="fonts/CenturyGothic-boldItalic.fntdata"/><Relationship Id="rId80" Type="http://customschemas.google.com/relationships/presentationmetadata" Target="metadata"/><Relationship Id="rId81" Type="http://schemas.openxmlformats.org/officeDocument/2006/relationships/slide" Target="slides/slide2.xml"/><Relationship Id="rId82" Type="http://schemas.openxmlformats.org/officeDocument/2006/relationships/slide" Target="slides/slide3.xml"/><Relationship Id="rId83" Type="http://schemas.openxmlformats.org/officeDocument/2006/relationships/slide" Target="slides/slide4.xml"/><Relationship Id="rId84" Type="http://schemas.openxmlformats.org/officeDocument/2006/relationships/slide" Target="slides/slide22.xml"/><Relationship Id="rId85" Type="http://schemas.openxmlformats.org/officeDocument/2006/relationships/slide" Target="slides/slide23.xml"/><Relationship Id="rId86" Type="http://schemas.openxmlformats.org/officeDocument/2006/relationships/slide" Target="slides/slide26.xml"/><Relationship Id="rId87" Type="http://schemas.openxmlformats.org/officeDocument/2006/relationships/slide" Target="slides/slide27.xml"/><Relationship Id="rId88" Type="http://schemas.openxmlformats.org/officeDocument/2006/relationships/slide" Target="slides/slide29.xml"/><Relationship Id="rId89" Type="http://schemas.openxmlformats.org/officeDocument/2006/relationships/slide" Target="slides/slide30.xml"/><Relationship Id="rId90" Type="http://schemas.openxmlformats.org/officeDocument/2006/relationships/slide" Target="slides/slide31.xml"/><Relationship Id="rId91" Type="http://schemas.openxmlformats.org/officeDocument/2006/relationships/slide" Target="slides/slide32.xml"/><Relationship Id="rId92" Type="http://schemas.openxmlformats.org/officeDocument/2006/relationships/slide" Target="slides/slide33.xml"/><Relationship Id="rId93" Type="http://schemas.openxmlformats.org/officeDocument/2006/relationships/slide" Target="slides/slide34.xml"/><Relationship Id="rId94" Type="http://schemas.openxmlformats.org/officeDocument/2006/relationships/slide" Target="slides/slide35.xml"/><Relationship Id="rId95" Type="http://schemas.openxmlformats.org/officeDocument/2006/relationships/slide" Target="slides/slide36.xml"/><Relationship Id="rId96" Type="http://schemas.openxmlformats.org/officeDocument/2006/relationships/slide" Target="slides/slide39.xml"/><Relationship Id="rId97" Type="http://schemas.openxmlformats.org/officeDocument/2006/relationships/slide" Target="slides/slide40.xml"/><Relationship Id="rId98" Type="http://schemas.openxmlformats.org/officeDocument/2006/relationships/slide" Target="slides/slide41.xml"/><Relationship Id="rId99" Type="http://schemas.openxmlformats.org/officeDocument/2006/relationships/slide" Target="slides/slide42.xml"/><Relationship Id="rId100" Type="http://schemas.openxmlformats.org/officeDocument/2006/relationships/slide" Target="slides/slide43.xml"/><Relationship Id="rId101" Type="http://schemas.openxmlformats.org/officeDocument/2006/relationships/slide" Target="slides/slide44.xml"/><Relationship Id="rId102" Type="http://schemas.openxmlformats.org/officeDocument/2006/relationships/slide" Target="slides/slide45.xml"/><Relationship Id="rId10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Do not open on the title slide. Go straight to the three images on the next slide and ask the question. Come back to housekeeping after the thesis has landed.</a:t>
            </a:r>
          </a:p>
        </p:txBody>
      </p:sp>
      <p:sp>
        <p:nvSpPr>
          <p:cNvPr id="149" name="Google Shape;14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We are surrounded by visual media constantly, and almost all of it is constructed. Somebody decided what you would see and in what order.</a:t>
            </a:r>
          </a:p>
          <a:p/>
          <a:p>
            <a:r>
              <a:t>That decision-making is the subject of this course.</a:t>
            </a:r>
          </a:p>
        </p:txBody>
      </p:sp>
      <p:sp>
        <p:nvSpPr>
          <p:cNvPr id="156" name="Google Shape;15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Every piece of visual media is trying to do something to you — sell you something, make you feel something, or make you understand something.</a:t>
            </a:r>
          </a:p>
          <a:p/>
          <a:p>
            <a:r>
              <a:t>None of that is accidental, and none of it happens without staging.</a:t>
            </a:r>
          </a:p>
        </p:txBody>
      </p:sp>
      <p:sp>
        <p:nvSpPr>
          <p:cNvPr id="175" name="Google Shape;17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The formal definition: a storyboard is the visual representation of the script.</a:t>
            </a:r>
          </a:p>
          <a:p/>
          <a:p>
            <a:r>
              <a:t>But note what that implies. It is a translation. Something that existed as words now has to exist as images, and the translation is where all the decisions live.</a:t>
            </a:r>
          </a:p>
        </p:txBody>
      </p:sp>
      <p:sp>
        <p:nvSpPr>
          <p:cNvPr id="184" name="Google Shape;18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A number of panels showing the visual action of a sequence in logical narrative order.</a:t>
            </a:r>
          </a:p>
          <a:p/>
          <a:p>
            <a:r>
              <a:t>The closest visual cousin is a comic strip. The critical difference is that comics are the finished product and boards are the plan — which is why boards can be rough and comics cannot.</a:t>
            </a:r>
          </a:p>
        </p:txBody>
      </p:sp>
      <p:sp>
        <p:nvSpPr>
          <p:cNvPr id="202" name="Google Shape;20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Stories entertain. Storyboards are production tools used to sell an idea.</a:t>
            </a:r>
          </a:p>
          <a:p/>
          <a:p>
            <a:r>
              <a:t>Hold on to that distinction all semester. Your board is not the thing the audience sees. It is the thing that convinces people to build the thing the audience sees.</a:t>
            </a:r>
          </a:p>
        </p:txBody>
      </p:sp>
      <p:sp>
        <p:nvSpPr>
          <p:cNvPr id="211" name="Google Shape;21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Here is a single image. Let them look at it, then ask the questions on the slide: who is this character, where are they, who are they playing against, what happens next.</a:t>
            </a:r>
          </a:p>
          <a:p/>
          <a:p>
            <a:r>
              <a:t>The room will generate a story from one frame. That is what good staging does, and none of it was written down.</a:t>
            </a:r>
          </a:p>
        </p:txBody>
      </p:sp>
      <p:sp>
        <p:nvSpPr>
          <p:cNvPr id="236" name="Google Shape;23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Everything they just inferred came from staging — where the character is, what is around them, what the props say, where the camera was put.</a:t>
            </a:r>
          </a:p>
          <a:p/>
          <a:p>
            <a:r>
              <a:t>This is the whole course in one image. You are about to spend a month learning to do this on purpose.</a:t>
            </a:r>
          </a:p>
        </p:txBody>
      </p:sp>
      <p:sp>
        <p:nvSpPr>
          <p:cNvPr id="245" name="Google Shape;24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Linear storytelling: the audience receives events in a fixed order. Film, animation, comics.</a:t>
            </a:r>
          </a:p>
          <a:p/>
          <a:p>
            <a:r>
              <a:t>This is what most of the course assumes, because the grammar was developed here.</a:t>
            </a:r>
          </a:p>
        </p:txBody>
      </p:sp>
      <p:sp>
        <p:nvSpPr>
          <p:cNvPr id="253" name="Google Shape;25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Non-linear and interactive: the audience also manipulates the experience. Games, interactive applications, some theatre.</a:t>
            </a:r>
          </a:p>
          <a:p/>
          <a:p>
            <a:r>
              <a:t>Say this out loud early, because it earns the game production students in the room: the grammar is the same. What changes is who controls the camera. We will spend a full session on exactly what breaks when you give that control away.</a:t>
            </a:r>
          </a:p>
        </p:txBody>
      </p:sp>
      <p:sp>
        <p:nvSpPr>
          <p:cNvPr id="261" name="Google Shape;26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Demo this live rather than talking about it. Draw ten figures in about ninety seconds so they see the speed, and narrate as you go.</a:t>
            </a:r>
          </a:p>
          <a:p/>
          <a:p>
            <a:r>
              <a:t>The order matters and it is the thing beginners get backwards. Draw the line of action first — one curve describing what the body is doing — and then hang the shapes on it. If you build the shapes first and try to add energy afterwards, you get a mannequin.</a:t>
            </a:r>
          </a:p>
          <a:p/>
          <a:p>
            <a:r>
              <a:t>Three shapes. That is a complete figure for board purposes.</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Whatever the medium and however the technology changes, the purpose has not moved: communicate a message to an audience, and hold their attention while you do it.</a:t>
            </a:r>
          </a:p>
          <a:p/>
          <a:p>
            <a:r>
              <a:t>Everything else on this syllabus is technique in service of that.</a:t>
            </a:r>
          </a:p>
        </p:txBody>
      </p:sp>
      <p:sp>
        <p:nvSpPr>
          <p:cNvPr id="276" name="Google Shape;27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Show, don't tell. The oldest rule in visual storytelling and the one this course is graded against.</a:t>
            </a:r>
          </a:p>
          <a:p/>
          <a:p>
            <a:r>
              <a:t>When you tell a story, you are asking the audience to imagine the content. When you show it, you are handing it to them directly. Both are legitimate in prose. Only one of them is available to you in a board.</a:t>
            </a:r>
          </a:p>
        </p:txBody>
      </p:sp>
      <p:sp>
        <p:nvSpPr>
          <p:cNvPr id="283" name="Google Shape;28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staging problem: how do you show someone not doing something? It is harder than showing action, and it is where beginners tend to fall back on dialogue.</a:t>
            </a:r>
          </a:p>
          <a:p/>
          <a:p>
            <a:r>
              <a:t>Two tools. Blocking — physically move the character away from the thing. And time — hold the shot. Reluctance reads as duration, which means this is the first stage where your timing decisions carry story weight. You will feel this properly when you build your animatic.</a:t>
            </a:r>
          </a:p>
          <a:p/>
          <a:p>
            <a:r>
              <a:t>Star Wars is the clean example: Luke refuses until his aunt and uncle are dead. The refusal is what makes the acceptance mean something.</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When you show a story, you are moulding the message into visual imagery — which means you are making choices the audience never sees but always feels.</a:t>
            </a:r>
          </a:p>
          <a:p/>
          <a:p>
            <a:r>
              <a:t>This is the point where writing and boarding separate.</a:t>
            </a:r>
          </a:p>
        </p:txBody>
      </p:sp>
      <p:sp>
        <p:nvSpPr>
          <p:cNvPr id="299" name="Google Shape;29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Read this one aloud. It is the 'telling' version — everything explained, nothing seen.</a:t>
            </a:r>
          </a:p>
          <a:p/>
          <a:p>
            <a:r>
              <a:t>Then ask the room: what did you picture? Let two or three people answer. They will all have pictured something different, which is a fatal flaw in a document whose job is to get a crew building the same thing.</a:t>
            </a:r>
          </a:p>
        </p:txBody>
      </p:sp>
      <p:sp>
        <p:nvSpPr>
          <p:cNvPr id="306" name="Google Shape;30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Now the 'showing' version. Same character, same information, delivered through what is visible.</a:t>
            </a:r>
          </a:p>
          <a:p/>
          <a:p>
            <a:r>
              <a:t>Ask again: what did you picture? This time the answers converge. That convergence is the entire value of a storyboard.</a:t>
            </a:r>
          </a:p>
        </p:txBody>
      </p:sp>
      <p:sp>
        <p:nvSpPr>
          <p:cNvPr id="313" name="Google Shape;31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staging problem: normal has to be established before it can be disrupted, and "normal" is genuinely hard to make interesting.</a:t>
            </a:r>
          </a:p>
          <a:p/>
          <a:p>
            <a:r>
              <a:t>The tools are compositional. Neutral camera height, because a neutral world should not feel dramatic yet. Repetition, because routine is visual rhythm. And then the one detail that says this character does not fit — which is usually just where you place them in frame.</a:t>
            </a:r>
          </a:p>
          <a:p/>
          <a:p>
            <a:r>
              <a:t>Note what you are not doing: you are not telling the audience the hero is restless. You are staging them so the audience concludes it.</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Most stories start as an idea with no structure — a dream, an image, a fragment. That is normal and it is not a problem.</a:t>
            </a:r>
          </a:p>
          <a:p/>
          <a:p>
            <a:r>
              <a:t>Structure is what gets added afterwards, deliberately. Which is good news, because it means structure is a craft skill rather than a talent.</a:t>
            </a:r>
          </a:p>
        </p:txBody>
      </p:sp>
      <p:sp>
        <p:nvSpPr>
          <p:cNvPr id="329" name="Google Shape;329;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[ADD IMAGES: three images side by side — polished concept art, a genuinely crude production board panel, and the finished film frame that panel became.]</a:t>
            </a:r>
          </a:p>
          <a:p/>
          <a:p>
            <a:r>
              <a:t>Do not introduce yourself yet. Do not open the syllabus. Put these up and ask the question.</a:t>
            </a:r>
          </a:p>
          <a:p/>
          <a:p>
            <a:r>
              <a:t>Let them answer wrong. Most rooms pick the concept art or the final frame. Then tell them it was the middle one, and that by the end of today they will understand why.</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the sentence the whole course hangs on, so say it slowly and write it somewhere they can see it all semester.</a:t>
            </a:r>
          </a:p>
          <a:p/>
          <a:p>
            <a:r>
              <a:t>A board exists to answer a question: will this sequence work? It gets asked before the money is spent, which is the only time the answer is useful.</a:t>
            </a:r>
          </a:p>
          <a:p/>
          <a:p>
            <a:r>
              <a:t>Then the part that matters to the nervous people in the room: this class grades clarity. Not rendering. Not draftsmanship. Whether the sequence communicates.</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[ADD IMAGES: a grid of genuinely crude professional production boards — the kind with visible construction lines and stick-figure staging.]</a:t>
            </a:r>
          </a:p>
          <a:p/>
          <a:p>
            <a:r>
              <a:t>This slide exists to defuse the objection that is about to arrive, and it works better before someone says it out loud than after.</a:t>
            </a:r>
          </a:p>
          <a:p/>
          <a:p>
            <a:r>
              <a:t>These shipped. These are from films everyone in this room has seen. Board artists draw fast and badly on purpose, because a panel is a thought, not an artwork, and thoughts get revised.</a:t>
            </a:r>
          </a:p>
          <a:p/>
          <a:p>
            <a:r>
              <a:t>If someone still says "I can't draw" after this, the honest answer is: neither can most of the people who do this for a living, in the sense that you mean it.</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replaces the abstract structure discussion. Screen a short complete sequence — three to eight minutes — with a clean, visible arc.</a:t>
            </a:r>
          </a:p>
          <a:p/>
          <a:p>
            <a:r>
              <a:t>Good options: 'Married Life' from Up (a full arc with no dialogue), the opening of WALL-E (a world established without a word), Bao (a complete story in eight minutes), or One Froggy Evening if you want comedy escalation.</a:t>
            </a:r>
          </a:p>
          <a:p/>
          <a:p>
            <a:r>
              <a:t>Tell them not to take notes. You want them watching as an audience, because the next slide depends on them having had an experience rather than performed an analysis.</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Build this live on the board. Do not present it — ask the questions and write down what they say.</a:t>
            </a:r>
          </a:p>
          <a:p/>
          <a:p>
            <a:r>
              <a:t>They will do this much faster than they expect, and the speed is the actual lesson. When you have the list on the board, tell them: you just derived three-act structure from a cartoon in four minutes. You already knew this. What you do not know yet is how to stage it.</a:t>
            </a:r>
          </a:p>
          <a:p/>
          <a:p>
            <a:r>
              <a:t>This also quietly models the analytical habit the midterm requires, which is why it is worth the class time.</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hook is whatever makes the audience decide to keep watching, and the mechanism is always the same: it raises a question and withholds the answer.</a:t>
            </a:r>
          </a:p>
          <a:p/>
          <a:p>
            <a:r>
              <a:t>Students tend to think a hook means an explosion. It does not. A hook can be entirely quiet — someone packing a suitcase, a phone ringing that nobody answers. What matters is that the audience now wants something they do not have.</a:t>
            </a:r>
          </a:p>
          <a:p/>
          <a:p>
            <a:r>
              <a:t>Ask them what the hook was in the sequence you just screened. Someone will get it immediately.</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Campbell compared hero myths from cultures with no contact with each other and kept finding the same shape. He called it the monomyth.</a:t>
            </a:r>
          </a:p>
          <a:p/>
          <a:p>
            <a:r>
              <a:t>Now the framing that makes this a storyboarding lecture rather than a screenwriting one, and say it explicitly: I am not teaching you this so you can write a screenplay. I am teaching it because knowing which stage of the story you are in tells you where to put the camera.</a:t>
            </a:r>
          </a:p>
          <a:p/>
          <a:p>
            <a:r>
              <a:t>Every slide in this section ends in a shot decision. That is the whole point of covering it.</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Beginning, middle, end. Act one, act two, act three.</a:t>
            </a:r>
          </a:p>
          <a:p/>
          <a:p>
            <a:r>
              <a:t>They just derived this themselves from the sequence you screened, so present it as confirmation rather than instruction. The naming is the only thing you are adding.</a:t>
            </a:r>
          </a:p>
        </p:txBody>
      </p:sp>
      <p:sp>
        <p:nvSpPr>
          <p:cNvPr id="394" name="Google Shape;394;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staging problem: the audience has just been trained on a visual rhythm. The call is where you break it, and the break should register physically before it registers intellectually.</a:t>
            </a:r>
          </a:p>
          <a:p/>
          <a:p>
            <a:r>
              <a:t>Practically that means changing something structural — the shot size, the camera height, the cutting rate — not just introducing a new character. If the call arrives in the same visual language as the ordinary world, it does not feel like a call.</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The shape of the monomyth. Do not walk every station on this diagram — it is here as a reference and it will be on Canvas.</a:t>
            </a:r>
          </a:p>
          <a:p/>
          <a:p>
            <a:r>
              <a:t>We are going to walk the major stages, and at each one I am only going to ask a single question: what does this look like?</a:t>
            </a:r>
          </a:p>
        </p:txBody>
      </p:sp>
      <p:sp>
        <p:nvSpPr>
          <p:cNvPr id="407" name="Google Shape;407;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the stage board artists love, and it is worth telling them why.</a:t>
            </a:r>
          </a:p>
          <a:p/>
          <a:p>
            <a:r>
              <a:t>Every other stage requires you to invent a visual equivalent for an abstract idea. This one arrives pre-visualised. Crossing into the unknown is already a physical action in a physical space, so the metaphor and the set are the same object.</a:t>
            </a:r>
          </a:p>
          <a:p/>
          <a:p>
            <a:r>
              <a:t>Which means if your story has a threshold moment and you have not built a literal threshold into the frame, you have left the easiest shot in the film on the table.</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staging problem: the audience has been dropped somewhere unfamiliar and needs orienting again, fast.</a:t>
            </a:r>
          </a:p>
          <a:p/>
          <a:p>
            <a:r>
              <a:t>The mistake is making the new world look like the old one. If you do that, you have wasted the threshold you just built — the audience crossed something and nothing changed.</a:t>
            </a:r>
          </a:p>
          <a:p/>
          <a:p>
            <a:r>
              <a:t>So change the visual language on purpose. If Act One was eye-level and evenly lit, go high-contrast and off-axis. And use scale: a hero who was competent in the ordinary world should look small here.</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staging problem: the middle of a story is a series of obstacles, and they have to feel progressively worse.</a:t>
            </a:r>
          </a:p>
          <a:p/>
          <a:p>
            <a:r>
              <a:t>Escalation is a compositional job, not a writing job. Most student sequences are evenly staged from beginning to end, which means the last obstacle lands with the same weight as the first, and the middle sags.</a:t>
            </a:r>
          </a:p>
          <a:p/>
          <a:p>
            <a:r>
              <a:t>The reliable trick: repeat a shot setup and change exactly one thing. Same framing, closer. Same framing, darker. The audience compares automatically and feels the escalation.</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staging problem: the climax has to feel different from everything around it.</a:t>
            </a:r>
          </a:p>
          <a:p/>
          <a:p>
            <a:r>
              <a:t>Give it its own grammar. Extremes of shot size, a change in the cutting rhythm, the strongest value contrast in the sequence.</a:t>
            </a:r>
          </a:p>
          <a:p/>
          <a:p>
            <a:r>
              <a:t>And here is a practical note about your own labour, which nobody tells students: most student boards are rendered evenly from the first panel to the last. That means nothing is emphasised. Budget your effort the way you budget your shots — spend it here.</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staging problem: how do you show that someone has changed?</a:t>
            </a:r>
          </a:p>
          <a:p/>
          <a:p>
            <a:r>
              <a:t>The answer is the visual echo. Return to a composition from earlier and let everything that happened in between change its meaning. The frame is identical; the person standing in it is not; the audience does the rest.</a:t>
            </a:r>
          </a:p>
          <a:p/>
          <a:p>
            <a:r>
              <a:t>Say this plainly: if you take one thing from this entire lecture into your final project, take this one. Plan your last shot to echo your first. It is free, it requires only that you decide early, and it is the difference between a sequence and a story.</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job is not identical everywhere, and knowing the difference is interview-level knowledge.</a:t>
            </a:r>
          </a:p>
          <a:p/>
          <a:p>
            <a:r>
              <a:t>In animation, the board is the primary document. Nothing exists before it and everything is built from it. In live action, boarding is targeted — stunts, effects, anything expensive enough that guessing is unaffordable.</a:t>
            </a:r>
          </a:p>
          <a:p/>
          <a:p>
            <a:r>
              <a:t>Advertising boards are the most finished-looking, because they are shown to clients rather than crews. And games have a whole additional category of problem, which is why it gets its own session later in the course.</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almost every professional context, you are boarding someone else's idea.</a:t>
            </a:r>
          </a:p>
          <a:p/>
          <a:p>
            <a:r>
              <a:t>That sounds limiting and it is not. The skill being hired is the ability to take a description and return something clearer than the description was — and then to notice the thing the director had not thought of and offer it.</a:t>
            </a:r>
          </a:p>
          <a:p/>
          <a:p>
            <a:r>
              <a:t>That second part is the difference between a board artist people request by name and one they do not. Keep it in mind; we come back to it when we talk about pitching.</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objection is arriving whether or not anyone has said it, so meet it directly.</a:t>
            </a:r>
          </a:p>
          <a:p/>
          <a:p>
            <a:r>
              <a:t>Point back to slide four. Those boards are crude and they are professional work. The skill being assessed in this course is notation — recording a visual idea clearly enough that another person can act on it.</a:t>
            </a:r>
          </a:p>
          <a:p/>
          <a:p>
            <a:r>
              <a:t>That is a learnable skill with a low floor, and the next four slides are the entire toolkit. If someone wants to become genuinely good at figure drawing on top of that, excellent, and I will point you at resources. It is not required to do well here.</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The interest curve, borrowed from game design: the quality of an entertainment experience can be measured by the pattern of interest it creates over time.</a:t>
            </a:r>
          </a:p>
          <a:p/>
          <a:p>
            <a:r>
              <a:t>This is the most modern idea in this lecture and it is worth dwelling on. Attention is not constant. It rises and falls, and managing that rise and fall is your responsibility shot by shot.</a:t>
            </a:r>
          </a:p>
          <a:p/>
          <a:p>
            <a:r>
              <a:t>It also maps directly onto animatic pacing, which is where you will feel it for real in about three weeks.</a:t>
            </a:r>
          </a:p>
        </p:txBody>
      </p:sp>
      <p:sp>
        <p:nvSpPr>
          <p:cNvPr id="469" name="Google Shape;469;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Show them this and then tell them it is the grading standard, on day one, so there are no surprises later.</a:t>
            </a:r>
          </a:p>
          <a:p/>
          <a:p>
            <a:r>
              <a:t>Animation has used the silhouette test for a century, and character designers in games are hired on it. It is also completely independent of skill level, which is exactly why it is fair: a badly drawn figure with a strong silhouette communicates, and a beautifully drawn figure with a weak one does not.</a:t>
            </a:r>
          </a:p>
          <a:p/>
          <a:p>
            <a:r>
              <a:t>In this class, the first one gets the better grade.</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Economy is not laziness, it is triage. You have limited time and the sequence has one thing it needs to communicate in each panel.</a:t>
            </a:r>
          </a:p>
          <a:p/>
          <a:p>
            <a:r>
              <a:t>The classic beginner failure is a beautifully rendered face on a pose that does not read. That is an hour spent on the least important part of the panel.</a:t>
            </a:r>
          </a:p>
          <a:p/>
          <a:p>
            <a:r>
              <a:t>Draw what carries the story. Suggest everything else, and trust the audience to fill it in — which, as we will see in the composition session, they will do automatically.</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Hand out the notation sheet here.</a:t>
            </a:r>
          </a:p>
          <a:p/>
          <a:p>
            <a:r>
              <a:t>This is real professional shorthand and it is worth learning properly now, because it is the difference between a board that reads as amateur and one that reads as a working document.</a:t>
            </a:r>
          </a:p>
          <a:p/>
          <a:p>
            <a:r>
              <a:t>The single most common student error: using one arrow style for both subject motion and camera motion. They mean completely different things and a crew will read them literally.</a:t>
            </a:r>
          </a:p>
          <a:p/>
          <a:p>
            <a:r>
              <a:t>Learn the notation and you will never again write a paragraph where an arrow would do.</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Project ten clear, readable actions: reaching, falling, throwing, listening, hiding, running, pointing, lifting, recoiling, waiting. Sixty to ninety seconds each — fast enough that nobody has time to render.</a:t>
            </a:r>
          </a:p>
          <a:p/>
          <a:p>
            <a:r>
              <a:t>Then the silhouette pass and the peer check, which takes four minutes and is the real lesson. Having someone else name your action is a very different experience from deciding privately that it reads.</a:t>
            </a:r>
          </a:p>
          <a:p/>
          <a:p>
            <a:r>
              <a:t>This is the exit ticket. Post it before you leave. Graded on existing, not on quality — rough, wrong, and ugly all receive full credit.</a:t>
            </a:r>
          </a:p>
        </p:txBody>
      </p:sp>
      <p:sp>
        <p:nvSpPr>
          <p:cNvPr id="4" name="Slide Number Placeholder 3"/>
          <p:cNvSpPr>
            <a:spLocks noGrp="1"/>
          </p:cNvSpPr>
          <p:nvPr>
            <p:ph type="sldNum" idx="12"/>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6" name="Google Shape;646;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The clearest contrast I know. 'The child no longer lives at home' versus a mother absently touching frayed toys in an empty child's room.</a:t>
            </a:r>
          </a:p>
          <a:p/>
          <a:p>
            <a:r>
              <a:t>The second version is richer AND shorter. That is what visual economy buys you, and it is why a good board can replace a page of description.</a:t>
            </a:r>
          </a:p>
        </p:txBody>
      </p:sp>
      <p:sp>
        <p:nvSpPr>
          <p:cNvPr id="647" name="Google Shape;647;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4" name="Google Shape;654;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A picture is worth a thousand words — but the useful half of that saying is the second half. Leave enough in the frame that the audience can construct the meaning themselves.</a:t>
            </a:r>
          </a:p>
          <a:p/>
          <a:p>
            <a:r>
              <a:t>An audience that works slightly for the meaning holds onto it. An audience that is told, forgets.</a:t>
            </a:r>
          </a:p>
        </p:txBody>
      </p:sp>
      <p:sp>
        <p:nvSpPr>
          <p:cNvPr id="655" name="Google Shape;655;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5" name="Google Shape;685;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A storyboard is a series of sketches used as a planning tool, showing visually how the production will unfold.</a:t>
            </a:r>
          </a:p>
          <a:p/>
          <a:p>
            <a:r>
              <a:t>By now that definition should feel obvious, which is the point — you have arrived at it from several directions in one session.</a:t>
            </a:r>
          </a:p>
        </p:txBody>
      </p:sp>
      <p:sp>
        <p:nvSpPr>
          <p:cNvPr id="686" name="Google Shape;686;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2" name="Google Shape;692;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Advertising, games, animation, feature films, television — and previs, which is a large and growing department on most big productions.</a:t>
            </a:r>
          </a:p>
          <a:p/>
          <a:p>
            <a:r>
              <a:t>The skills in this room transfer across every one of these. That is worth knowing when you are thinking about where the work actually is.</a:t>
            </a:r>
          </a:p>
        </p:txBody>
      </p:sp>
      <p:sp>
        <p:nvSpPr>
          <p:cNvPr id="693" name="Google Shape;693;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rotWithShape="1">
          <a:blip r:embed="rId2">
            <a:alphaModFix amt="21000"/>
          </a:blip>
          <a:tile algn="tl" flip="none" tx="0" sx="100000" ty="0" sy="100000"/>
        </a:blipFill>
      </p:bgPr>
    </p:bg>
    <p:spTree>
      <p:nvGrpSpPr>
        <p:cNvPr id="16" name="Shape 16"/>
        <p:cNvGrpSpPr/>
        <p:nvPr/>
      </p:nvGrpSpPr>
      <p:grpSpPr>
        <a:xfrm>
          <a:off x="0" y="0"/>
          <a:ext cx="0" cy="0"/>
          <a:chOff x="0" y="0"/>
          <a:chExt cx="0" cy="0"/>
        </a:xfrm>
      </p:grpSpPr>
      <p:pic>
        <p:nvPicPr>
          <p:cNvPr descr="HD-PanelTitle-GrommetsCombined.png" id="17" name="Google Shape;17;p73"/>
          <p:cNvPicPr preferRelativeResize="0"/>
          <p:nvPr/>
        </p:nvPicPr>
        <p:blipFill rotWithShape="1">
          <a:blip r:embed="rId3">
            <a:alphaModFix/>
          </a:blip>
          <a:srcRect b="0" l="0" r="0" t="0"/>
          <a:stretch/>
        </p:blipFill>
        <p:spPr>
          <a:xfrm>
            <a:off x="0" y="0"/>
            <a:ext cx="12188825" cy="6856214"/>
          </a:xfrm>
          <a:prstGeom prst="rect">
            <a:avLst/>
          </a:prstGeom>
          <a:noFill/>
          <a:ln>
            <a:noFill/>
          </a:ln>
        </p:spPr>
      </p:pic>
      <p:sp>
        <p:nvSpPr>
          <p:cNvPr id="18" name="Google Shape;18;p73"/>
          <p:cNvSpPr txBox="1"/>
          <p:nvPr>
            <p:ph type="ctrTitle"/>
          </p:nvPr>
        </p:nvSpPr>
        <p:spPr>
          <a:xfrm>
            <a:off x="2692398" y="1871131"/>
            <a:ext cx="6815669" cy="1515533"/>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Clr>
                <a:srgbClr val="262626"/>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73"/>
          <p:cNvSpPr txBox="1"/>
          <p:nvPr>
            <p:ph idx="1" type="subTitle"/>
          </p:nvPr>
        </p:nvSpPr>
        <p:spPr>
          <a:xfrm>
            <a:off x="2692398" y="3657597"/>
            <a:ext cx="6815669" cy="1320802"/>
          </a:xfrm>
          <a:prstGeom prst="rect">
            <a:avLst/>
          </a:prstGeom>
          <a:noFill/>
          <a:ln>
            <a:noFill/>
          </a:ln>
        </p:spPr>
        <p:txBody>
          <a:bodyPr anchorCtr="0" anchor="t" bIns="45700" lIns="91425" spcFirstLastPara="1" rIns="91425" wrap="square" tIns="45700">
            <a:normAutofit/>
          </a:bodyPr>
          <a:lstStyle>
            <a:lvl1pPr lvl="0" algn="ctr">
              <a:spcBef>
                <a:spcPts val="420"/>
              </a:spcBef>
              <a:spcAft>
                <a:spcPts val="0"/>
              </a:spcAft>
              <a:buSzPts val="2415"/>
              <a:buNone/>
              <a:defRPr sz="2100">
                <a:solidFill>
                  <a:schemeClr val="dk1"/>
                </a:solidFill>
              </a:defRPr>
            </a:lvl1pPr>
            <a:lvl2pPr lvl="1" algn="ctr">
              <a:spcBef>
                <a:spcPts val="600"/>
              </a:spcBef>
              <a:spcAft>
                <a:spcPts val="0"/>
              </a:spcAft>
              <a:buSzPts val="2300"/>
              <a:buNone/>
              <a:defRPr>
                <a:solidFill>
                  <a:srgbClr val="888888"/>
                </a:solidFill>
              </a:defRPr>
            </a:lvl2pPr>
            <a:lvl3pPr lvl="2" algn="ctr">
              <a:spcBef>
                <a:spcPts val="600"/>
              </a:spcBef>
              <a:spcAft>
                <a:spcPts val="0"/>
              </a:spcAft>
              <a:buSzPts val="2070"/>
              <a:buNone/>
              <a:defRPr>
                <a:solidFill>
                  <a:srgbClr val="888888"/>
                </a:solidFill>
              </a:defRPr>
            </a:lvl3pPr>
            <a:lvl4pPr lvl="3" algn="ctr">
              <a:spcBef>
                <a:spcPts val="600"/>
              </a:spcBef>
              <a:spcAft>
                <a:spcPts val="0"/>
              </a:spcAft>
              <a:buSzPts val="1840"/>
              <a:buNone/>
              <a:defRPr>
                <a:solidFill>
                  <a:srgbClr val="888888"/>
                </a:solidFill>
              </a:defRPr>
            </a:lvl4pPr>
            <a:lvl5pPr lvl="4" algn="ctr">
              <a:spcBef>
                <a:spcPts val="600"/>
              </a:spcBef>
              <a:spcAft>
                <a:spcPts val="0"/>
              </a:spcAft>
              <a:buSzPts val="1610"/>
              <a:buNone/>
              <a:defRPr>
                <a:solidFill>
                  <a:srgbClr val="888888"/>
                </a:solidFill>
              </a:defRPr>
            </a:lvl5pPr>
            <a:lvl6pPr lvl="5" algn="ctr">
              <a:spcBef>
                <a:spcPts val="600"/>
              </a:spcBef>
              <a:spcAft>
                <a:spcPts val="0"/>
              </a:spcAft>
              <a:buSzPts val="1610"/>
              <a:buNone/>
              <a:defRPr>
                <a:solidFill>
                  <a:srgbClr val="888888"/>
                </a:solidFill>
              </a:defRPr>
            </a:lvl6pPr>
            <a:lvl7pPr lvl="6" algn="ctr">
              <a:spcBef>
                <a:spcPts val="600"/>
              </a:spcBef>
              <a:spcAft>
                <a:spcPts val="0"/>
              </a:spcAft>
              <a:buSzPts val="1610"/>
              <a:buNone/>
              <a:defRPr>
                <a:solidFill>
                  <a:srgbClr val="888888"/>
                </a:solidFill>
              </a:defRPr>
            </a:lvl7pPr>
            <a:lvl8pPr lvl="7" algn="ctr">
              <a:spcBef>
                <a:spcPts val="600"/>
              </a:spcBef>
              <a:spcAft>
                <a:spcPts val="0"/>
              </a:spcAft>
              <a:buSzPts val="1610"/>
              <a:buNone/>
              <a:defRPr>
                <a:solidFill>
                  <a:srgbClr val="888888"/>
                </a:solidFill>
              </a:defRPr>
            </a:lvl8pPr>
            <a:lvl9pPr lvl="8" algn="ctr">
              <a:spcBef>
                <a:spcPts val="600"/>
              </a:spcBef>
              <a:spcAft>
                <a:spcPts val="600"/>
              </a:spcAft>
              <a:buSzPts val="1610"/>
              <a:buNone/>
              <a:defRPr>
                <a:solidFill>
                  <a:srgbClr val="888888"/>
                </a:solidFill>
              </a:defRPr>
            </a:lvl9pPr>
          </a:lstStyle>
          <a:p/>
        </p:txBody>
      </p:sp>
      <p:sp>
        <p:nvSpPr>
          <p:cNvPr id="20" name="Google Shape;20;p73"/>
          <p:cNvSpPr txBox="1"/>
          <p:nvPr>
            <p:ph idx="10" type="dt"/>
          </p:nvPr>
        </p:nvSpPr>
        <p:spPr>
          <a:xfrm>
            <a:off x="7983232" y="5037663"/>
            <a:ext cx="897467"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73"/>
          <p:cNvSpPr txBox="1"/>
          <p:nvPr>
            <p:ph idx="11" type="ftr"/>
          </p:nvPr>
        </p:nvSpPr>
        <p:spPr>
          <a:xfrm>
            <a:off x="2692397" y="5037663"/>
            <a:ext cx="5214635"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73"/>
          <p:cNvSpPr txBox="1"/>
          <p:nvPr>
            <p:ph idx="12" type="sldNum"/>
          </p:nvPr>
        </p:nvSpPr>
        <p:spPr>
          <a:xfrm>
            <a:off x="8956900" y="5037663"/>
            <a:ext cx="55116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3" name="Google Shape;23;p73"/>
          <p:cNvCxnSpPr/>
          <p:nvPr/>
        </p:nvCxnSpPr>
        <p:spPr>
          <a:xfrm>
            <a:off x="2692399" y="3522131"/>
            <a:ext cx="6815668" cy="0"/>
          </a:xfrm>
          <a:prstGeom prst="straightConnector1">
            <a:avLst/>
          </a:prstGeom>
          <a:noFill/>
          <a:ln cap="flat" cmpd="sng" w="15875">
            <a:solidFill>
              <a:srgbClr val="666666"/>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bg>
      <p:bgPr>
        <a:blipFill rotWithShape="1">
          <a:blip r:embed="rId2">
            <a:alphaModFix amt="20000"/>
          </a:blip>
          <a:tile algn="tl" flip="none" tx="0" sx="100000" ty="0" sy="100000"/>
        </a:blipFill>
      </p:bgPr>
    </p:bg>
    <p:spTree>
      <p:nvGrpSpPr>
        <p:cNvPr id="24" name="Shape 24"/>
        <p:cNvGrpSpPr/>
        <p:nvPr/>
      </p:nvGrpSpPr>
      <p:grpSpPr>
        <a:xfrm>
          <a:off x="0" y="0"/>
          <a:ext cx="0" cy="0"/>
          <a:chOff x="0" y="0"/>
          <a:chExt cx="0" cy="0"/>
        </a:xfrm>
      </p:grpSpPr>
      <p:sp>
        <p:nvSpPr>
          <p:cNvPr id="25" name="Google Shape;25;p74"/>
          <p:cNvSpPr txBox="1"/>
          <p:nvPr>
            <p:ph type="title"/>
          </p:nvPr>
        </p:nvSpPr>
        <p:spPr>
          <a:xfrm>
            <a:off x="1295402" y="3308581"/>
            <a:ext cx="9609668" cy="146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3200"/>
              <a:buFont typeface="Century Gothic"/>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74"/>
          <p:cNvSpPr txBox="1"/>
          <p:nvPr>
            <p:ph idx="1" type="body"/>
          </p:nvPr>
        </p:nvSpPr>
        <p:spPr>
          <a:xfrm>
            <a:off x="1295401" y="4777381"/>
            <a:ext cx="9609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2300"/>
              <a:buNone/>
              <a:defRPr sz="20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27" name="Google Shape;27;p74"/>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74"/>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74"/>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blipFill rotWithShape="1">
          <a:blip r:embed="rId2">
            <a:alphaModFix amt="20000"/>
          </a:blip>
          <a:tile algn="tl" flip="none" tx="0" sx="100000" ty="0" sy="100000"/>
        </a:blipFill>
      </p:bgPr>
    </p:bg>
    <p:spTree>
      <p:nvGrpSpPr>
        <p:cNvPr id="30" name="Shape 30"/>
        <p:cNvGrpSpPr/>
        <p:nvPr/>
      </p:nvGrpSpPr>
      <p:grpSpPr>
        <a:xfrm>
          <a:off x="0" y="0"/>
          <a:ext cx="0" cy="0"/>
          <a:chOff x="0" y="0"/>
          <a:chExt cx="0" cy="0"/>
        </a:xfrm>
      </p:grpSpPr>
      <p:cxnSp>
        <p:nvCxnSpPr>
          <p:cNvPr id="31" name="Google Shape;31;p75"/>
          <p:cNvCxnSpPr/>
          <p:nvPr/>
        </p:nvCxnSpPr>
        <p:spPr>
          <a:xfrm>
            <a:off x="1396169" y="2421466"/>
            <a:ext cx="9407298" cy="0"/>
          </a:xfrm>
          <a:prstGeom prst="straightConnector1">
            <a:avLst/>
          </a:prstGeom>
          <a:noFill/>
          <a:ln cap="flat" cmpd="sng" w="15875">
            <a:solidFill>
              <a:srgbClr val="666666"/>
            </a:solidFill>
            <a:prstDash val="solid"/>
            <a:round/>
            <a:headEnd len="sm" w="sm" type="none"/>
            <a:tailEnd len="sm" w="sm" type="none"/>
          </a:ln>
        </p:spPr>
      </p:cxnSp>
      <p:sp>
        <p:nvSpPr>
          <p:cNvPr id="32" name="Google Shape;32;p75"/>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75"/>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34" name="Google Shape;34;p75"/>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75"/>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75"/>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bg>
      <p:bgPr>
        <a:blipFill rotWithShape="1">
          <a:blip r:embed="rId2">
            <a:alphaModFix amt="20000"/>
          </a:blip>
          <a:tile algn="tl" flip="none" tx="0" sx="100000" ty="0" sy="100000"/>
        </a:blipFill>
      </p:bgPr>
    </p:bg>
    <p:spTree>
      <p:nvGrpSpPr>
        <p:cNvPr id="37" name="Shape 37"/>
        <p:cNvGrpSpPr/>
        <p:nvPr/>
      </p:nvGrpSpPr>
      <p:grpSpPr>
        <a:xfrm>
          <a:off x="0" y="0"/>
          <a:ext cx="0" cy="0"/>
          <a:chOff x="0" y="0"/>
          <a:chExt cx="0" cy="0"/>
        </a:xfrm>
      </p:grpSpPr>
      <p:sp>
        <p:nvSpPr>
          <p:cNvPr id="38" name="Google Shape;38;p76"/>
          <p:cNvSpPr txBox="1"/>
          <p:nvPr>
            <p:ph type="title"/>
          </p:nvPr>
        </p:nvSpPr>
        <p:spPr>
          <a:xfrm>
            <a:off x="1295399" y="1883832"/>
            <a:ext cx="6241816"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2800"/>
              <a:buFont typeface="Century Gothic"/>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76"/>
          <p:cNvSpPr/>
          <p:nvPr>
            <p:ph idx="2" type="pic"/>
          </p:nvPr>
        </p:nvSpPr>
        <p:spPr>
          <a:xfrm>
            <a:off x="8094831" y="1041400"/>
            <a:ext cx="3063347" cy="4775200"/>
          </a:xfrm>
          <a:prstGeom prst="roundRect">
            <a:avLst>
              <a:gd fmla="val 0" name="adj"/>
            </a:avLst>
          </a:prstGeom>
          <a:noFill/>
          <a:ln cap="flat" cmpd="thickThin" w="57150">
            <a:solidFill>
              <a:srgbClr val="7F7F7F"/>
            </a:solidFill>
            <a:prstDash val="solid"/>
            <a:miter lim="800000"/>
            <a:headEnd len="sm" w="sm" type="none"/>
            <a:tailEnd len="sm" w="sm" type="none"/>
          </a:ln>
        </p:spPr>
      </p:sp>
      <p:sp>
        <p:nvSpPr>
          <p:cNvPr id="40" name="Google Shape;40;p76"/>
          <p:cNvSpPr txBox="1"/>
          <p:nvPr>
            <p:ph idx="1" type="body"/>
          </p:nvPr>
        </p:nvSpPr>
        <p:spPr>
          <a:xfrm>
            <a:off x="1295399" y="3255432"/>
            <a:ext cx="6241816" cy="1828800"/>
          </a:xfrm>
          <a:prstGeom prst="rect">
            <a:avLst/>
          </a:prstGeom>
          <a:noFill/>
          <a:ln>
            <a:noFill/>
          </a:ln>
        </p:spPr>
        <p:txBody>
          <a:bodyPr anchorCtr="0" anchor="t" bIns="45700" lIns="91425" spcFirstLastPara="1" rIns="91425" wrap="square" tIns="45700">
            <a:normAutofit/>
          </a:bodyPr>
          <a:lstStyle>
            <a:lvl1pPr indent="-228600" lvl="0" marL="457200" algn="ctr">
              <a:spcBef>
                <a:spcPts val="360"/>
              </a:spcBef>
              <a:spcAft>
                <a:spcPts val="0"/>
              </a:spcAft>
              <a:buSzPts val="2070"/>
              <a:buNone/>
              <a:defRPr sz="1800"/>
            </a:lvl1pPr>
            <a:lvl2pPr indent="-228600" lvl="1" marL="914400" algn="l">
              <a:spcBef>
                <a:spcPts val="600"/>
              </a:spcBef>
              <a:spcAft>
                <a:spcPts val="0"/>
              </a:spcAft>
              <a:buSzPts val="1380"/>
              <a:buNone/>
              <a:defRPr sz="1200"/>
            </a:lvl2pPr>
            <a:lvl3pPr indent="-228600" lvl="2" marL="1371600" algn="l">
              <a:spcBef>
                <a:spcPts val="600"/>
              </a:spcBef>
              <a:spcAft>
                <a:spcPts val="0"/>
              </a:spcAft>
              <a:buSzPts val="1150"/>
              <a:buNone/>
              <a:defRPr sz="1000"/>
            </a:lvl3pPr>
            <a:lvl4pPr indent="-228600" lvl="3" marL="1828800" algn="l">
              <a:spcBef>
                <a:spcPts val="600"/>
              </a:spcBef>
              <a:spcAft>
                <a:spcPts val="0"/>
              </a:spcAft>
              <a:buSzPts val="1035"/>
              <a:buNone/>
              <a:defRPr sz="900"/>
            </a:lvl4pPr>
            <a:lvl5pPr indent="-228600" lvl="4" marL="2286000" algn="l">
              <a:spcBef>
                <a:spcPts val="600"/>
              </a:spcBef>
              <a:spcAft>
                <a:spcPts val="0"/>
              </a:spcAft>
              <a:buSzPts val="1035"/>
              <a:buNone/>
              <a:defRPr sz="900"/>
            </a:lvl5pPr>
            <a:lvl6pPr indent="-228600" lvl="5" marL="2743200" algn="l">
              <a:spcBef>
                <a:spcPts val="600"/>
              </a:spcBef>
              <a:spcAft>
                <a:spcPts val="0"/>
              </a:spcAft>
              <a:buSzPts val="1035"/>
              <a:buNone/>
              <a:defRPr sz="900"/>
            </a:lvl6pPr>
            <a:lvl7pPr indent="-228600" lvl="6" marL="3200400" algn="l">
              <a:spcBef>
                <a:spcPts val="600"/>
              </a:spcBef>
              <a:spcAft>
                <a:spcPts val="0"/>
              </a:spcAft>
              <a:buSzPts val="1035"/>
              <a:buNone/>
              <a:defRPr sz="900"/>
            </a:lvl7pPr>
            <a:lvl8pPr indent="-228600" lvl="7" marL="3657600" algn="l">
              <a:spcBef>
                <a:spcPts val="600"/>
              </a:spcBef>
              <a:spcAft>
                <a:spcPts val="0"/>
              </a:spcAft>
              <a:buSzPts val="1035"/>
              <a:buNone/>
              <a:defRPr sz="900"/>
            </a:lvl8pPr>
            <a:lvl9pPr indent="-228600" lvl="8" marL="4114800" algn="l">
              <a:spcBef>
                <a:spcPts val="600"/>
              </a:spcBef>
              <a:spcAft>
                <a:spcPts val="600"/>
              </a:spcAft>
              <a:buSzPts val="1035"/>
              <a:buNone/>
              <a:defRPr sz="900"/>
            </a:lvl9pPr>
          </a:lstStyle>
          <a:p/>
        </p:txBody>
      </p:sp>
      <p:sp>
        <p:nvSpPr>
          <p:cNvPr id="41" name="Google Shape;41;p76"/>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76"/>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6"/>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bg>
      <p:bgPr>
        <a:blipFill rotWithShape="1">
          <a:blip r:embed="rId2">
            <a:alphaModFix amt="21000"/>
          </a:blip>
          <a:tile algn="tl" flip="none" tx="0" sx="100000" ty="0" sy="100000"/>
        </a:blipFill>
      </p:bgPr>
    </p:bg>
    <p:spTree>
      <p:nvGrpSpPr>
        <p:cNvPr id="44" name="Shape 44"/>
        <p:cNvGrpSpPr/>
        <p:nvPr/>
      </p:nvGrpSpPr>
      <p:grpSpPr>
        <a:xfrm>
          <a:off x="0" y="0"/>
          <a:ext cx="0" cy="0"/>
          <a:chOff x="0" y="0"/>
          <a:chExt cx="0" cy="0"/>
        </a:xfrm>
      </p:grpSpPr>
      <p:sp>
        <p:nvSpPr>
          <p:cNvPr id="45" name="Google Shape;45;p77"/>
          <p:cNvSpPr txBox="1"/>
          <p:nvPr>
            <p:ph type="ctrTitle"/>
          </p:nvPr>
        </p:nvSpPr>
        <p:spPr>
          <a:xfrm>
            <a:off x="2692398" y="626532"/>
            <a:ext cx="6815669" cy="1515533"/>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Clr>
                <a:srgbClr val="262626"/>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77"/>
          <p:cNvSpPr/>
          <p:nvPr>
            <p:ph idx="2" type="pic"/>
          </p:nvPr>
        </p:nvSpPr>
        <p:spPr>
          <a:xfrm>
            <a:off x="2692397" y="2254250"/>
            <a:ext cx="6815669" cy="4184650"/>
          </a:xfrm>
          <a:prstGeom prst="rect">
            <a:avLst/>
          </a:prstGeom>
          <a:noFill/>
          <a:ln>
            <a:noFill/>
          </a:ln>
          <a:effectLst>
            <a:outerShdw blurRad="50800" rotWithShape="0" algn="ctr" dir="5400000" dist="50800">
              <a:schemeClr val="dk1"/>
            </a:outerShdw>
          </a:effectLst>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rotWithShape="1">
          <a:blip r:embed="rId2">
            <a:alphaModFix amt="20000"/>
          </a:blip>
          <a:tile algn="tl" flip="none" tx="0" sx="100000" ty="0" sy="100000"/>
        </a:blipFill>
      </p:bgPr>
    </p:bg>
    <p:spTree>
      <p:nvGrpSpPr>
        <p:cNvPr id="47" name="Shape 47"/>
        <p:cNvGrpSpPr/>
        <p:nvPr/>
      </p:nvGrpSpPr>
      <p:grpSpPr>
        <a:xfrm>
          <a:off x="0" y="0"/>
          <a:ext cx="0" cy="0"/>
          <a:chOff x="0" y="0"/>
          <a:chExt cx="0" cy="0"/>
        </a:xfrm>
      </p:grpSpPr>
      <p:sp>
        <p:nvSpPr>
          <p:cNvPr id="48" name="Google Shape;48;p78"/>
          <p:cNvSpPr txBox="1"/>
          <p:nvPr>
            <p:ph type="title"/>
          </p:nvPr>
        </p:nvSpPr>
        <p:spPr>
          <a:xfrm>
            <a:off x="2015069" y="1752606"/>
            <a:ext cx="8158688" cy="1822514"/>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4400"/>
              <a:buFont typeface="Century Gothic"/>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8"/>
          <p:cNvSpPr txBox="1"/>
          <p:nvPr>
            <p:ph idx="1" type="body"/>
          </p:nvPr>
        </p:nvSpPr>
        <p:spPr>
          <a:xfrm>
            <a:off x="2015067" y="3846051"/>
            <a:ext cx="8158690" cy="954547"/>
          </a:xfrm>
          <a:prstGeom prst="rect">
            <a:avLst/>
          </a:prstGeom>
          <a:noFill/>
          <a:ln>
            <a:noFill/>
          </a:ln>
        </p:spPr>
        <p:txBody>
          <a:bodyPr anchorCtr="0" anchor="t" bIns="45700" lIns="91425" spcFirstLastPara="1" rIns="91425" wrap="square" tIns="45700">
            <a:normAutofit/>
          </a:bodyPr>
          <a:lstStyle>
            <a:lvl1pPr indent="-228600" lvl="0" marL="457200" algn="ctr">
              <a:spcBef>
                <a:spcPts val="480"/>
              </a:spcBef>
              <a:spcAft>
                <a:spcPts val="0"/>
              </a:spcAft>
              <a:buSzPts val="2760"/>
              <a:buNone/>
              <a:defRPr sz="24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50" name="Google Shape;50;p78"/>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8"/>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8"/>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53" name="Google Shape;53;p78"/>
          <p:cNvCxnSpPr/>
          <p:nvPr/>
        </p:nvCxnSpPr>
        <p:spPr>
          <a:xfrm>
            <a:off x="2012723" y="3710585"/>
            <a:ext cx="8163380" cy="0"/>
          </a:xfrm>
          <a:prstGeom prst="straightConnector1">
            <a:avLst/>
          </a:prstGeom>
          <a:noFill/>
          <a:ln cap="flat" cmpd="sng" w="15875">
            <a:solidFill>
              <a:srgbClr val="666666"/>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bg>
      <p:bgPr>
        <a:blipFill rotWithShape="1">
          <a:blip r:embed="rId2">
            <a:alphaModFix amt="20000"/>
          </a:blip>
          <a:tile algn="tl" flip="none" tx="0" sx="100000" ty="0" sy="100000"/>
        </a:blipFill>
      </p:bgPr>
    </p:bg>
    <p:spTree>
      <p:nvGrpSpPr>
        <p:cNvPr id="54" name="Shape 54"/>
        <p:cNvGrpSpPr/>
        <p:nvPr/>
      </p:nvGrpSpPr>
      <p:grpSpPr>
        <a:xfrm>
          <a:off x="0" y="0"/>
          <a:ext cx="0" cy="0"/>
          <a:chOff x="0" y="0"/>
          <a:chExt cx="0" cy="0"/>
        </a:xfrm>
      </p:grpSpPr>
      <p:cxnSp>
        <p:nvCxnSpPr>
          <p:cNvPr id="55" name="Google Shape;55;p79"/>
          <p:cNvCxnSpPr/>
          <p:nvPr/>
        </p:nvCxnSpPr>
        <p:spPr>
          <a:xfrm>
            <a:off x="1396169" y="2421466"/>
            <a:ext cx="9407298" cy="0"/>
          </a:xfrm>
          <a:prstGeom prst="straightConnector1">
            <a:avLst/>
          </a:prstGeom>
          <a:noFill/>
          <a:ln cap="flat" cmpd="sng" w="15875">
            <a:solidFill>
              <a:srgbClr val="666666"/>
            </a:solidFill>
            <a:prstDash val="solid"/>
            <a:round/>
            <a:headEnd len="sm" w="sm" type="none"/>
            <a:tailEnd len="sm" w="sm" type="none"/>
          </a:ln>
        </p:spPr>
      </p:cxnSp>
      <p:sp>
        <p:nvSpPr>
          <p:cNvPr id="56" name="Google Shape;56;p79"/>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79"/>
          <p:cNvSpPr txBox="1"/>
          <p:nvPr>
            <p:ph idx="1" type="body"/>
          </p:nvPr>
        </p:nvSpPr>
        <p:spPr>
          <a:xfrm>
            <a:off x="1298448" y="2560320"/>
            <a:ext cx="4718304" cy="3310128"/>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58" name="Google Shape;58;p79"/>
          <p:cNvSpPr txBox="1"/>
          <p:nvPr>
            <p:ph idx="2" type="body"/>
          </p:nvPr>
        </p:nvSpPr>
        <p:spPr>
          <a:xfrm>
            <a:off x="6181344" y="2560320"/>
            <a:ext cx="4718304" cy="3310128"/>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59" name="Google Shape;59;p79"/>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79"/>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79"/>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bg>
      <p:bgPr>
        <a:blipFill rotWithShape="1">
          <a:blip r:embed="rId2">
            <a:alphaModFix amt="20000"/>
          </a:blip>
          <a:tile algn="tl" flip="none" tx="0" sx="100000" ty="0" sy="100000"/>
        </a:blipFill>
      </p:bgPr>
    </p:bg>
    <p:spTree>
      <p:nvGrpSpPr>
        <p:cNvPr id="62" name="Shape 62"/>
        <p:cNvGrpSpPr/>
        <p:nvPr/>
      </p:nvGrpSpPr>
      <p:grpSpPr>
        <a:xfrm>
          <a:off x="0" y="0"/>
          <a:ext cx="0" cy="0"/>
          <a:chOff x="0" y="0"/>
          <a:chExt cx="0" cy="0"/>
        </a:xfrm>
      </p:grpSpPr>
      <p:sp>
        <p:nvSpPr>
          <p:cNvPr id="63" name="Google Shape;63;p80"/>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44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80"/>
          <p:cNvSpPr txBox="1"/>
          <p:nvPr>
            <p:ph idx="1" type="body"/>
          </p:nvPr>
        </p:nvSpPr>
        <p:spPr>
          <a:xfrm>
            <a:off x="1295400" y="2658533"/>
            <a:ext cx="4718304" cy="576262"/>
          </a:xfrm>
          <a:prstGeom prst="rect">
            <a:avLst/>
          </a:prstGeom>
          <a:noFill/>
          <a:ln>
            <a:noFill/>
          </a:ln>
        </p:spPr>
        <p:txBody>
          <a:bodyPr anchorCtr="0" anchor="b" bIns="45700" lIns="91425" spcFirstLastPara="1" rIns="91425" wrap="square" tIns="45700">
            <a:noAutofit/>
          </a:bodyPr>
          <a:lstStyle>
            <a:lvl1pPr indent="-228600" lvl="0" marL="457200" algn="l">
              <a:spcBef>
                <a:spcPts val="560"/>
              </a:spcBef>
              <a:spcAft>
                <a:spcPts val="0"/>
              </a:spcAft>
              <a:buSzPts val="3220"/>
              <a:buNone/>
              <a:defRPr b="0" sz="2800">
                <a:solidFill>
                  <a:schemeClr val="accent1"/>
                </a:solidFill>
              </a:defRPr>
            </a:lvl1pPr>
            <a:lvl2pPr indent="-228600" lvl="1" marL="914400" algn="l">
              <a:spcBef>
                <a:spcPts val="600"/>
              </a:spcBef>
              <a:spcAft>
                <a:spcPts val="0"/>
              </a:spcAft>
              <a:buSzPts val="2300"/>
              <a:buNone/>
              <a:defRPr b="1" sz="2000"/>
            </a:lvl2pPr>
            <a:lvl3pPr indent="-228600" lvl="2" marL="1371600" algn="l">
              <a:spcBef>
                <a:spcPts val="600"/>
              </a:spcBef>
              <a:spcAft>
                <a:spcPts val="0"/>
              </a:spcAft>
              <a:buSzPts val="2070"/>
              <a:buNone/>
              <a:defRPr b="1" sz="1800"/>
            </a:lvl3pPr>
            <a:lvl4pPr indent="-228600" lvl="3" marL="1828800" algn="l">
              <a:spcBef>
                <a:spcPts val="600"/>
              </a:spcBef>
              <a:spcAft>
                <a:spcPts val="0"/>
              </a:spcAft>
              <a:buSzPts val="1840"/>
              <a:buNone/>
              <a:defRPr b="1" sz="1600"/>
            </a:lvl4pPr>
            <a:lvl5pPr indent="-228600" lvl="4" marL="2286000" algn="l">
              <a:spcBef>
                <a:spcPts val="600"/>
              </a:spcBef>
              <a:spcAft>
                <a:spcPts val="0"/>
              </a:spcAft>
              <a:buSzPts val="1840"/>
              <a:buNone/>
              <a:defRPr b="1" sz="1600"/>
            </a:lvl5pPr>
            <a:lvl6pPr indent="-228600" lvl="5" marL="2743200" algn="l">
              <a:spcBef>
                <a:spcPts val="600"/>
              </a:spcBef>
              <a:spcAft>
                <a:spcPts val="0"/>
              </a:spcAft>
              <a:buSzPts val="1840"/>
              <a:buNone/>
              <a:defRPr b="1" sz="1600"/>
            </a:lvl6pPr>
            <a:lvl7pPr indent="-228600" lvl="6" marL="3200400" algn="l">
              <a:spcBef>
                <a:spcPts val="600"/>
              </a:spcBef>
              <a:spcAft>
                <a:spcPts val="0"/>
              </a:spcAft>
              <a:buSzPts val="1840"/>
              <a:buNone/>
              <a:defRPr b="1" sz="1600"/>
            </a:lvl7pPr>
            <a:lvl8pPr indent="-228600" lvl="7" marL="3657600" algn="l">
              <a:spcBef>
                <a:spcPts val="600"/>
              </a:spcBef>
              <a:spcAft>
                <a:spcPts val="0"/>
              </a:spcAft>
              <a:buSzPts val="1840"/>
              <a:buNone/>
              <a:defRPr b="1" sz="1600"/>
            </a:lvl8pPr>
            <a:lvl9pPr indent="-228600" lvl="8" marL="4114800" algn="l">
              <a:spcBef>
                <a:spcPts val="600"/>
              </a:spcBef>
              <a:spcAft>
                <a:spcPts val="600"/>
              </a:spcAft>
              <a:buSzPts val="1840"/>
              <a:buNone/>
              <a:defRPr b="1" sz="1600"/>
            </a:lvl9pPr>
          </a:lstStyle>
          <a:p/>
        </p:txBody>
      </p:sp>
      <p:sp>
        <p:nvSpPr>
          <p:cNvPr id="65" name="Google Shape;65;p80"/>
          <p:cNvSpPr txBox="1"/>
          <p:nvPr>
            <p:ph idx="2" type="body"/>
          </p:nvPr>
        </p:nvSpPr>
        <p:spPr>
          <a:xfrm>
            <a:off x="1295400" y="3243262"/>
            <a:ext cx="4718304" cy="2632605"/>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66" name="Google Shape;66;p80"/>
          <p:cNvSpPr txBox="1"/>
          <p:nvPr>
            <p:ph idx="3" type="body"/>
          </p:nvPr>
        </p:nvSpPr>
        <p:spPr>
          <a:xfrm>
            <a:off x="6180671" y="2658533"/>
            <a:ext cx="4718304" cy="576262"/>
          </a:xfrm>
          <a:prstGeom prst="rect">
            <a:avLst/>
          </a:prstGeom>
          <a:noFill/>
          <a:ln>
            <a:noFill/>
          </a:ln>
        </p:spPr>
        <p:txBody>
          <a:bodyPr anchorCtr="0" anchor="b" bIns="45700" lIns="91425" spcFirstLastPara="1" rIns="91425" wrap="square" tIns="45700">
            <a:noAutofit/>
          </a:bodyPr>
          <a:lstStyle>
            <a:lvl1pPr indent="-228600" lvl="0" marL="457200" algn="l">
              <a:spcBef>
                <a:spcPts val="560"/>
              </a:spcBef>
              <a:spcAft>
                <a:spcPts val="0"/>
              </a:spcAft>
              <a:buSzPts val="3220"/>
              <a:buNone/>
              <a:defRPr b="0" sz="2800">
                <a:solidFill>
                  <a:schemeClr val="accent1"/>
                </a:solidFill>
              </a:defRPr>
            </a:lvl1pPr>
            <a:lvl2pPr indent="-228600" lvl="1" marL="914400" algn="l">
              <a:spcBef>
                <a:spcPts val="600"/>
              </a:spcBef>
              <a:spcAft>
                <a:spcPts val="0"/>
              </a:spcAft>
              <a:buSzPts val="2300"/>
              <a:buNone/>
              <a:defRPr b="1" sz="2000"/>
            </a:lvl2pPr>
            <a:lvl3pPr indent="-228600" lvl="2" marL="1371600" algn="l">
              <a:spcBef>
                <a:spcPts val="600"/>
              </a:spcBef>
              <a:spcAft>
                <a:spcPts val="0"/>
              </a:spcAft>
              <a:buSzPts val="2070"/>
              <a:buNone/>
              <a:defRPr b="1" sz="1800"/>
            </a:lvl3pPr>
            <a:lvl4pPr indent="-228600" lvl="3" marL="1828800" algn="l">
              <a:spcBef>
                <a:spcPts val="600"/>
              </a:spcBef>
              <a:spcAft>
                <a:spcPts val="0"/>
              </a:spcAft>
              <a:buSzPts val="1840"/>
              <a:buNone/>
              <a:defRPr b="1" sz="1600"/>
            </a:lvl4pPr>
            <a:lvl5pPr indent="-228600" lvl="4" marL="2286000" algn="l">
              <a:spcBef>
                <a:spcPts val="600"/>
              </a:spcBef>
              <a:spcAft>
                <a:spcPts val="0"/>
              </a:spcAft>
              <a:buSzPts val="1840"/>
              <a:buNone/>
              <a:defRPr b="1" sz="1600"/>
            </a:lvl5pPr>
            <a:lvl6pPr indent="-228600" lvl="5" marL="2743200" algn="l">
              <a:spcBef>
                <a:spcPts val="600"/>
              </a:spcBef>
              <a:spcAft>
                <a:spcPts val="0"/>
              </a:spcAft>
              <a:buSzPts val="1840"/>
              <a:buNone/>
              <a:defRPr b="1" sz="1600"/>
            </a:lvl6pPr>
            <a:lvl7pPr indent="-228600" lvl="6" marL="3200400" algn="l">
              <a:spcBef>
                <a:spcPts val="600"/>
              </a:spcBef>
              <a:spcAft>
                <a:spcPts val="0"/>
              </a:spcAft>
              <a:buSzPts val="1840"/>
              <a:buNone/>
              <a:defRPr b="1" sz="1600"/>
            </a:lvl7pPr>
            <a:lvl8pPr indent="-228600" lvl="7" marL="3657600" algn="l">
              <a:spcBef>
                <a:spcPts val="600"/>
              </a:spcBef>
              <a:spcAft>
                <a:spcPts val="0"/>
              </a:spcAft>
              <a:buSzPts val="1840"/>
              <a:buNone/>
              <a:defRPr b="1" sz="1600"/>
            </a:lvl8pPr>
            <a:lvl9pPr indent="-228600" lvl="8" marL="4114800" algn="l">
              <a:spcBef>
                <a:spcPts val="600"/>
              </a:spcBef>
              <a:spcAft>
                <a:spcPts val="600"/>
              </a:spcAft>
              <a:buSzPts val="1840"/>
              <a:buNone/>
              <a:defRPr b="1" sz="1600"/>
            </a:lvl9pPr>
          </a:lstStyle>
          <a:p/>
        </p:txBody>
      </p:sp>
      <p:sp>
        <p:nvSpPr>
          <p:cNvPr id="67" name="Google Shape;67;p80"/>
          <p:cNvSpPr txBox="1"/>
          <p:nvPr>
            <p:ph idx="4" type="body"/>
          </p:nvPr>
        </p:nvSpPr>
        <p:spPr>
          <a:xfrm>
            <a:off x="6180671" y="3243262"/>
            <a:ext cx="4718304" cy="2632605"/>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68" name="Google Shape;68;p80"/>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80"/>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0"/>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71" name="Google Shape;71;p80"/>
          <p:cNvCxnSpPr/>
          <p:nvPr/>
        </p:nvCxnSpPr>
        <p:spPr>
          <a:xfrm>
            <a:off x="1396169" y="2421466"/>
            <a:ext cx="9407298" cy="0"/>
          </a:xfrm>
          <a:prstGeom prst="straightConnector1">
            <a:avLst/>
          </a:prstGeom>
          <a:noFill/>
          <a:ln cap="flat" cmpd="sng" w="15875">
            <a:solidFill>
              <a:srgbClr val="666666"/>
            </a:solidFill>
            <a:prstDash val="solid"/>
            <a:round/>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blipFill rotWithShape="1">
          <a:blip r:embed="rId2">
            <a:alphaModFix amt="20000"/>
          </a:blip>
          <a:tile algn="tl" flip="none" tx="0" sx="100000" ty="0" sy="100000"/>
        </a:blipFill>
      </p:bgPr>
    </p:bg>
    <p:spTree>
      <p:nvGrpSpPr>
        <p:cNvPr id="72" name="Shape 72"/>
        <p:cNvGrpSpPr/>
        <p:nvPr/>
      </p:nvGrpSpPr>
      <p:grpSpPr>
        <a:xfrm>
          <a:off x="0" y="0"/>
          <a:ext cx="0" cy="0"/>
          <a:chOff x="0" y="0"/>
          <a:chExt cx="0" cy="0"/>
        </a:xfrm>
      </p:grpSpPr>
      <p:sp>
        <p:nvSpPr>
          <p:cNvPr id="73" name="Google Shape;73;p81"/>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81"/>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81"/>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81"/>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77" name="Google Shape;77;p81"/>
          <p:cNvCxnSpPr/>
          <p:nvPr/>
        </p:nvCxnSpPr>
        <p:spPr>
          <a:xfrm>
            <a:off x="1396169" y="2421466"/>
            <a:ext cx="9407298" cy="0"/>
          </a:xfrm>
          <a:prstGeom prst="straightConnector1">
            <a:avLst/>
          </a:prstGeom>
          <a:noFill/>
          <a:ln cap="flat" cmpd="sng" w="15875">
            <a:solidFill>
              <a:srgbClr val="666666"/>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blipFill>
          <a:blip r:embed="rId2">
            <a:alphaModFix amt="20000"/>
          </a:blip>
          <a:stretch>
            <a:fillRect/>
          </a:stretch>
        </a:blipFill>
      </p:bgPr>
    </p:bg>
    <p:spTree>
      <p:nvGrpSpPr>
        <p:cNvPr id="78" name="Shape 78"/>
        <p:cNvGrpSpPr/>
        <p:nvPr/>
      </p:nvGrpSpPr>
      <p:grpSpPr>
        <a:xfrm>
          <a:off x="0" y="0"/>
          <a:ext cx="0" cy="0"/>
          <a:chOff x="0" y="0"/>
          <a:chExt cx="0" cy="0"/>
        </a:xfrm>
      </p:grpSpPr>
      <p:sp>
        <p:nvSpPr>
          <p:cNvPr id="79" name="Google Shape;79;p82"/>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82"/>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82"/>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bg>
      <p:bgPr>
        <a:blipFill rotWithShape="1">
          <a:blip r:embed="rId2">
            <a:alphaModFix amt="20000"/>
          </a:blip>
          <a:tile algn="tl" flip="none" tx="0" sx="100000" ty="0" sy="100000"/>
        </a:blipFill>
      </p:bgPr>
    </p:bg>
    <p:spTree>
      <p:nvGrpSpPr>
        <p:cNvPr id="82" name="Shape 82"/>
        <p:cNvGrpSpPr/>
        <p:nvPr/>
      </p:nvGrpSpPr>
      <p:grpSpPr>
        <a:xfrm>
          <a:off x="0" y="0"/>
          <a:ext cx="0" cy="0"/>
          <a:chOff x="0" y="0"/>
          <a:chExt cx="0" cy="0"/>
        </a:xfrm>
      </p:grpSpPr>
      <p:sp>
        <p:nvSpPr>
          <p:cNvPr id="83" name="Google Shape;83;p83"/>
          <p:cNvSpPr txBox="1"/>
          <p:nvPr>
            <p:ph type="title"/>
          </p:nvPr>
        </p:nvSpPr>
        <p:spPr>
          <a:xfrm>
            <a:off x="1293811" y="1388534"/>
            <a:ext cx="3718455"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83"/>
          <p:cNvSpPr txBox="1"/>
          <p:nvPr>
            <p:ph idx="1" type="body"/>
          </p:nvPr>
        </p:nvSpPr>
        <p:spPr>
          <a:xfrm>
            <a:off x="5418668" y="982131"/>
            <a:ext cx="5469466" cy="4893735"/>
          </a:xfrm>
          <a:prstGeom prst="rect">
            <a:avLst/>
          </a:prstGeom>
          <a:noFill/>
          <a:ln>
            <a:noFill/>
          </a:ln>
        </p:spPr>
        <p:txBody>
          <a:bodyPr anchorCtr="0" anchor="ctr"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85" name="Google Shape;85;p83"/>
          <p:cNvSpPr txBox="1"/>
          <p:nvPr>
            <p:ph idx="2" type="body"/>
          </p:nvPr>
        </p:nvSpPr>
        <p:spPr>
          <a:xfrm>
            <a:off x="1293811" y="3031065"/>
            <a:ext cx="3718455" cy="2438404"/>
          </a:xfrm>
          <a:prstGeom prst="rect">
            <a:avLst/>
          </a:prstGeom>
          <a:noFill/>
          <a:ln>
            <a:noFill/>
          </a:ln>
        </p:spPr>
        <p:txBody>
          <a:bodyPr anchorCtr="0" anchor="t" bIns="45700" lIns="91425" spcFirstLastPara="1" rIns="91425" wrap="square" tIns="45700">
            <a:normAutofit/>
          </a:bodyPr>
          <a:lstStyle>
            <a:lvl1pPr indent="-228600" lvl="0" marL="457200" algn="ctr">
              <a:spcBef>
                <a:spcPts val="320"/>
              </a:spcBef>
              <a:spcAft>
                <a:spcPts val="0"/>
              </a:spcAft>
              <a:buSzPts val="1840"/>
              <a:buNone/>
              <a:defRPr sz="1600"/>
            </a:lvl1pPr>
            <a:lvl2pPr indent="-228600" lvl="1" marL="914400" algn="l">
              <a:spcBef>
                <a:spcPts val="600"/>
              </a:spcBef>
              <a:spcAft>
                <a:spcPts val="0"/>
              </a:spcAft>
              <a:buSzPts val="1380"/>
              <a:buNone/>
              <a:defRPr sz="1200"/>
            </a:lvl2pPr>
            <a:lvl3pPr indent="-228600" lvl="2" marL="1371600" algn="l">
              <a:spcBef>
                <a:spcPts val="600"/>
              </a:spcBef>
              <a:spcAft>
                <a:spcPts val="0"/>
              </a:spcAft>
              <a:buSzPts val="1150"/>
              <a:buNone/>
              <a:defRPr sz="1000"/>
            </a:lvl3pPr>
            <a:lvl4pPr indent="-228600" lvl="3" marL="1828800" algn="l">
              <a:spcBef>
                <a:spcPts val="600"/>
              </a:spcBef>
              <a:spcAft>
                <a:spcPts val="0"/>
              </a:spcAft>
              <a:buSzPts val="1035"/>
              <a:buNone/>
              <a:defRPr sz="900"/>
            </a:lvl4pPr>
            <a:lvl5pPr indent="-228600" lvl="4" marL="2286000" algn="l">
              <a:spcBef>
                <a:spcPts val="600"/>
              </a:spcBef>
              <a:spcAft>
                <a:spcPts val="0"/>
              </a:spcAft>
              <a:buSzPts val="1035"/>
              <a:buNone/>
              <a:defRPr sz="900"/>
            </a:lvl5pPr>
            <a:lvl6pPr indent="-228600" lvl="5" marL="2743200" algn="l">
              <a:spcBef>
                <a:spcPts val="600"/>
              </a:spcBef>
              <a:spcAft>
                <a:spcPts val="0"/>
              </a:spcAft>
              <a:buSzPts val="1035"/>
              <a:buNone/>
              <a:defRPr sz="900"/>
            </a:lvl6pPr>
            <a:lvl7pPr indent="-228600" lvl="6" marL="3200400" algn="l">
              <a:spcBef>
                <a:spcPts val="600"/>
              </a:spcBef>
              <a:spcAft>
                <a:spcPts val="0"/>
              </a:spcAft>
              <a:buSzPts val="1035"/>
              <a:buNone/>
              <a:defRPr sz="900"/>
            </a:lvl7pPr>
            <a:lvl8pPr indent="-228600" lvl="7" marL="3657600" algn="l">
              <a:spcBef>
                <a:spcPts val="600"/>
              </a:spcBef>
              <a:spcAft>
                <a:spcPts val="0"/>
              </a:spcAft>
              <a:buSzPts val="1035"/>
              <a:buNone/>
              <a:defRPr sz="900"/>
            </a:lvl8pPr>
            <a:lvl9pPr indent="-228600" lvl="8" marL="4114800" algn="l">
              <a:spcBef>
                <a:spcPts val="600"/>
              </a:spcBef>
              <a:spcAft>
                <a:spcPts val="600"/>
              </a:spcAft>
              <a:buSzPts val="1035"/>
              <a:buNone/>
              <a:defRPr sz="900"/>
            </a:lvl9pPr>
          </a:lstStyle>
          <a:p/>
        </p:txBody>
      </p:sp>
      <p:sp>
        <p:nvSpPr>
          <p:cNvPr id="86" name="Google Shape;86;p83"/>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83"/>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83"/>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89" name="Google Shape;89;p83"/>
          <p:cNvCxnSpPr/>
          <p:nvPr/>
        </p:nvCxnSpPr>
        <p:spPr>
          <a:xfrm>
            <a:off x="1396169" y="2912533"/>
            <a:ext cx="3514498" cy="0"/>
          </a:xfrm>
          <a:prstGeom prst="straightConnector1">
            <a:avLst/>
          </a:prstGeom>
          <a:noFill/>
          <a:ln cap="flat" cmpd="sng" w="15875">
            <a:solidFill>
              <a:srgbClr val="666666"/>
            </a:solidFill>
            <a:prstDash val="solid"/>
            <a:round/>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bg>
      <p:bgPr>
        <a:blipFill rotWithShape="1">
          <a:blip r:embed="rId2">
            <a:alphaModFix amt="20000"/>
          </a:blip>
          <a:tile algn="tl" flip="none" tx="0" sx="100000" ty="0" sy="100000"/>
        </a:blipFill>
      </p:bgPr>
    </p:bg>
    <p:spTree>
      <p:nvGrpSpPr>
        <p:cNvPr id="90" name="Shape 90"/>
        <p:cNvGrpSpPr/>
        <p:nvPr/>
      </p:nvGrpSpPr>
      <p:grpSpPr>
        <a:xfrm>
          <a:off x="0" y="0"/>
          <a:ext cx="0" cy="0"/>
          <a:chOff x="0" y="0"/>
          <a:chExt cx="0" cy="0"/>
        </a:xfrm>
      </p:grpSpPr>
      <p:sp>
        <p:nvSpPr>
          <p:cNvPr id="91" name="Google Shape;91;p84"/>
          <p:cNvSpPr txBox="1"/>
          <p:nvPr>
            <p:ph type="title"/>
          </p:nvPr>
        </p:nvSpPr>
        <p:spPr>
          <a:xfrm>
            <a:off x="1295401" y="4815415"/>
            <a:ext cx="9609666" cy="566738"/>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84"/>
          <p:cNvSpPr/>
          <p:nvPr>
            <p:ph idx="2" type="pic"/>
          </p:nvPr>
        </p:nvSpPr>
        <p:spPr>
          <a:xfrm>
            <a:off x="1041427" y="1041399"/>
            <a:ext cx="10105972" cy="3335869"/>
          </a:xfrm>
          <a:prstGeom prst="roundRect">
            <a:avLst>
              <a:gd fmla="val 0" name="adj"/>
            </a:avLst>
          </a:prstGeom>
          <a:noFill/>
          <a:ln cap="flat" cmpd="thickThin" w="57150">
            <a:solidFill>
              <a:srgbClr val="7F7F7F"/>
            </a:solidFill>
            <a:prstDash val="solid"/>
            <a:miter lim="800000"/>
            <a:headEnd len="sm" w="sm" type="none"/>
            <a:tailEnd len="sm" w="sm" type="none"/>
          </a:ln>
        </p:spPr>
      </p:sp>
      <p:sp>
        <p:nvSpPr>
          <p:cNvPr id="93" name="Google Shape;93;p84"/>
          <p:cNvSpPr txBox="1"/>
          <p:nvPr>
            <p:ph idx="1" type="body"/>
          </p:nvPr>
        </p:nvSpPr>
        <p:spPr>
          <a:xfrm>
            <a:off x="1295401" y="5382153"/>
            <a:ext cx="9609666" cy="493712"/>
          </a:xfrm>
          <a:prstGeom prst="rect">
            <a:avLst/>
          </a:prstGeom>
          <a:noFill/>
          <a:ln>
            <a:noFill/>
          </a:ln>
        </p:spPr>
        <p:txBody>
          <a:bodyPr anchorCtr="0" anchor="t" bIns="45700" lIns="91425" spcFirstLastPara="1" rIns="91425" wrap="square" tIns="45700">
            <a:normAutofit/>
          </a:bodyPr>
          <a:lstStyle>
            <a:lvl1pPr indent="-228600" lvl="0" marL="457200" algn="ctr">
              <a:spcBef>
                <a:spcPts val="280"/>
              </a:spcBef>
              <a:spcAft>
                <a:spcPts val="0"/>
              </a:spcAft>
              <a:buSzPts val="1610"/>
              <a:buNone/>
              <a:defRPr sz="1400"/>
            </a:lvl1pPr>
            <a:lvl2pPr indent="-228600" lvl="1" marL="914400" algn="l">
              <a:spcBef>
                <a:spcPts val="600"/>
              </a:spcBef>
              <a:spcAft>
                <a:spcPts val="0"/>
              </a:spcAft>
              <a:buSzPts val="1380"/>
              <a:buNone/>
              <a:defRPr sz="1200"/>
            </a:lvl2pPr>
            <a:lvl3pPr indent="-228600" lvl="2" marL="1371600" algn="l">
              <a:spcBef>
                <a:spcPts val="600"/>
              </a:spcBef>
              <a:spcAft>
                <a:spcPts val="0"/>
              </a:spcAft>
              <a:buSzPts val="1150"/>
              <a:buNone/>
              <a:defRPr sz="1000"/>
            </a:lvl3pPr>
            <a:lvl4pPr indent="-228600" lvl="3" marL="1828800" algn="l">
              <a:spcBef>
                <a:spcPts val="600"/>
              </a:spcBef>
              <a:spcAft>
                <a:spcPts val="0"/>
              </a:spcAft>
              <a:buSzPts val="1035"/>
              <a:buNone/>
              <a:defRPr sz="900"/>
            </a:lvl4pPr>
            <a:lvl5pPr indent="-228600" lvl="4" marL="2286000" algn="l">
              <a:spcBef>
                <a:spcPts val="600"/>
              </a:spcBef>
              <a:spcAft>
                <a:spcPts val="0"/>
              </a:spcAft>
              <a:buSzPts val="1035"/>
              <a:buNone/>
              <a:defRPr sz="900"/>
            </a:lvl5pPr>
            <a:lvl6pPr indent="-228600" lvl="5" marL="2743200" algn="l">
              <a:spcBef>
                <a:spcPts val="600"/>
              </a:spcBef>
              <a:spcAft>
                <a:spcPts val="0"/>
              </a:spcAft>
              <a:buSzPts val="1035"/>
              <a:buNone/>
              <a:defRPr sz="900"/>
            </a:lvl6pPr>
            <a:lvl7pPr indent="-228600" lvl="6" marL="3200400" algn="l">
              <a:spcBef>
                <a:spcPts val="600"/>
              </a:spcBef>
              <a:spcAft>
                <a:spcPts val="0"/>
              </a:spcAft>
              <a:buSzPts val="1035"/>
              <a:buNone/>
              <a:defRPr sz="900"/>
            </a:lvl7pPr>
            <a:lvl8pPr indent="-228600" lvl="7" marL="3657600" algn="l">
              <a:spcBef>
                <a:spcPts val="600"/>
              </a:spcBef>
              <a:spcAft>
                <a:spcPts val="0"/>
              </a:spcAft>
              <a:buSzPts val="1035"/>
              <a:buNone/>
              <a:defRPr sz="900"/>
            </a:lvl8pPr>
            <a:lvl9pPr indent="-228600" lvl="8" marL="4114800" algn="l">
              <a:spcBef>
                <a:spcPts val="600"/>
              </a:spcBef>
              <a:spcAft>
                <a:spcPts val="600"/>
              </a:spcAft>
              <a:buSzPts val="1035"/>
              <a:buNone/>
              <a:defRPr sz="900"/>
            </a:lvl9pPr>
          </a:lstStyle>
          <a:p/>
        </p:txBody>
      </p:sp>
      <p:sp>
        <p:nvSpPr>
          <p:cNvPr id="94" name="Google Shape;94;p84"/>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84"/>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84"/>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bg>
      <p:bgPr>
        <a:blipFill>
          <a:blip r:embed="rId2">
            <a:alphaModFix amt="20000"/>
          </a:blip>
          <a:stretch>
            <a:fillRect/>
          </a:stretch>
        </a:blipFill>
      </p:bgPr>
    </p:bg>
    <p:spTree>
      <p:nvGrpSpPr>
        <p:cNvPr id="97" name="Shape 97"/>
        <p:cNvGrpSpPr/>
        <p:nvPr/>
      </p:nvGrpSpPr>
      <p:grpSpPr>
        <a:xfrm>
          <a:off x="0" y="0"/>
          <a:ext cx="0" cy="0"/>
          <a:chOff x="0" y="0"/>
          <a:chExt cx="0" cy="0"/>
        </a:xfrm>
      </p:grpSpPr>
      <p:sp>
        <p:nvSpPr>
          <p:cNvPr id="98" name="Google Shape;98;p85"/>
          <p:cNvSpPr txBox="1"/>
          <p:nvPr>
            <p:ph type="title"/>
          </p:nvPr>
        </p:nvSpPr>
        <p:spPr>
          <a:xfrm>
            <a:off x="1303868" y="982132"/>
            <a:ext cx="9592732" cy="29548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3200"/>
              <a:buFont typeface="Century Gothic"/>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85"/>
          <p:cNvSpPr txBox="1"/>
          <p:nvPr>
            <p:ph idx="1" type="body"/>
          </p:nvPr>
        </p:nvSpPr>
        <p:spPr>
          <a:xfrm>
            <a:off x="1303868" y="4343399"/>
            <a:ext cx="9592732" cy="1532467"/>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300"/>
              <a:buNone/>
              <a:defRPr sz="20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00" name="Google Shape;100;p85"/>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85"/>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85"/>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03" name="Google Shape;103;p85"/>
          <p:cNvCxnSpPr/>
          <p:nvPr/>
        </p:nvCxnSpPr>
        <p:spPr>
          <a:xfrm>
            <a:off x="1396169" y="4140199"/>
            <a:ext cx="9407298" cy="0"/>
          </a:xfrm>
          <a:prstGeom prst="straightConnector1">
            <a:avLst/>
          </a:prstGeom>
          <a:noFill/>
          <a:ln cap="flat" cmpd="sng" w="15875">
            <a:solidFill>
              <a:srgbClr val="666666"/>
            </a:solidFill>
            <a:prstDash val="solid"/>
            <a:round/>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bg>
      <p:bgPr>
        <a:blipFill rotWithShape="1">
          <a:blip r:embed="rId2">
            <a:alphaModFix amt="20000"/>
          </a:blip>
          <a:tile algn="tl" flip="none" tx="0" sx="100000" ty="0" sy="100000"/>
        </a:blipFill>
      </p:bgPr>
    </p:bg>
    <p:spTree>
      <p:nvGrpSpPr>
        <p:cNvPr id="104" name="Shape 104"/>
        <p:cNvGrpSpPr/>
        <p:nvPr/>
      </p:nvGrpSpPr>
      <p:grpSpPr>
        <a:xfrm>
          <a:off x="0" y="0"/>
          <a:ext cx="0" cy="0"/>
          <a:chOff x="0" y="0"/>
          <a:chExt cx="0" cy="0"/>
        </a:xfrm>
      </p:grpSpPr>
      <p:sp>
        <p:nvSpPr>
          <p:cNvPr id="105" name="Google Shape;105;p86"/>
          <p:cNvSpPr txBox="1"/>
          <p:nvPr>
            <p:ph type="title"/>
          </p:nvPr>
        </p:nvSpPr>
        <p:spPr>
          <a:xfrm>
            <a:off x="1446213" y="982132"/>
            <a:ext cx="9296398" cy="23706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Century Gothic"/>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86"/>
          <p:cNvSpPr txBox="1"/>
          <p:nvPr>
            <p:ph idx="1" type="body"/>
          </p:nvPr>
        </p:nvSpPr>
        <p:spPr>
          <a:xfrm>
            <a:off x="1674812" y="3352800"/>
            <a:ext cx="8839202" cy="584200"/>
          </a:xfrm>
          <a:prstGeom prst="rect">
            <a:avLst/>
          </a:prstGeom>
          <a:noFill/>
          <a:ln>
            <a:noFill/>
          </a:ln>
        </p:spPr>
        <p:txBody>
          <a:bodyPr anchorCtr="0" anchor="ctr" bIns="45700" lIns="91425" spcFirstLastPara="1" rIns="91425" wrap="square" tIns="45700">
            <a:normAutofit/>
          </a:bodyPr>
          <a:lstStyle>
            <a:lvl1pPr indent="-228600" lvl="0" marL="457200" algn="r">
              <a:spcBef>
                <a:spcPts val="400"/>
              </a:spcBef>
              <a:spcAft>
                <a:spcPts val="0"/>
              </a:spcAft>
              <a:buSzPts val="2300"/>
              <a:buFont typeface="Century Gothic"/>
              <a:buNone/>
              <a:defRPr sz="2000"/>
            </a:lvl1pPr>
            <a:lvl2pPr indent="-228600" lvl="1" marL="914400" algn="l">
              <a:spcBef>
                <a:spcPts val="600"/>
              </a:spcBef>
              <a:spcAft>
                <a:spcPts val="0"/>
              </a:spcAft>
              <a:buSzPts val="2300"/>
              <a:buFont typeface="Century Gothic"/>
              <a:buNone/>
              <a:defRPr/>
            </a:lvl2pPr>
            <a:lvl3pPr indent="-228600" lvl="2" marL="1371600" algn="l">
              <a:spcBef>
                <a:spcPts val="600"/>
              </a:spcBef>
              <a:spcAft>
                <a:spcPts val="0"/>
              </a:spcAft>
              <a:buSzPts val="2070"/>
              <a:buFont typeface="Century Gothic"/>
              <a:buNone/>
              <a:defRPr/>
            </a:lvl3pPr>
            <a:lvl4pPr indent="-228600" lvl="3" marL="1828800" algn="l">
              <a:spcBef>
                <a:spcPts val="600"/>
              </a:spcBef>
              <a:spcAft>
                <a:spcPts val="0"/>
              </a:spcAft>
              <a:buSzPts val="1840"/>
              <a:buFont typeface="Century Gothic"/>
              <a:buNone/>
              <a:defRPr/>
            </a:lvl4pPr>
            <a:lvl5pPr indent="-228600" lvl="4" marL="2286000" algn="l">
              <a:spcBef>
                <a:spcPts val="600"/>
              </a:spcBef>
              <a:spcAft>
                <a:spcPts val="0"/>
              </a:spcAft>
              <a:buSzPts val="1610"/>
              <a:buFont typeface="Century Gothic"/>
              <a:buNone/>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107" name="Google Shape;107;p86"/>
          <p:cNvSpPr txBox="1"/>
          <p:nvPr>
            <p:ph idx="2" type="body"/>
          </p:nvPr>
        </p:nvSpPr>
        <p:spPr>
          <a:xfrm>
            <a:off x="1295401" y="4343399"/>
            <a:ext cx="9609666" cy="1532467"/>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300"/>
              <a:buNone/>
              <a:defRPr sz="20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08" name="Google Shape;108;p86"/>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86"/>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86"/>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1" name="Google Shape;111;p86"/>
          <p:cNvSpPr txBox="1"/>
          <p:nvPr/>
        </p:nvSpPr>
        <p:spPr>
          <a:xfrm>
            <a:off x="862013" y="879961"/>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dk1"/>
                </a:solidFill>
                <a:latin typeface="Century Gothic"/>
                <a:ea typeface="Century Gothic"/>
                <a:cs typeface="Century Gothic"/>
                <a:sym typeface="Century Gothic"/>
              </a:rPr>
              <a:t>“</a:t>
            </a:r>
            <a:endParaRPr/>
          </a:p>
        </p:txBody>
      </p:sp>
      <p:sp>
        <p:nvSpPr>
          <p:cNvPr id="112" name="Google Shape;112;p86"/>
          <p:cNvSpPr txBox="1"/>
          <p:nvPr/>
        </p:nvSpPr>
        <p:spPr>
          <a:xfrm>
            <a:off x="10600267" y="2827870"/>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8000">
                <a:solidFill>
                  <a:schemeClr val="dk1"/>
                </a:solidFill>
                <a:latin typeface="Century Gothic"/>
                <a:ea typeface="Century Gothic"/>
                <a:cs typeface="Century Gothic"/>
                <a:sym typeface="Century Gothic"/>
              </a:rPr>
              <a:t>”</a:t>
            </a:r>
            <a:endParaRPr/>
          </a:p>
        </p:txBody>
      </p:sp>
      <p:cxnSp>
        <p:nvCxnSpPr>
          <p:cNvPr id="113" name="Google Shape;113;p86"/>
          <p:cNvCxnSpPr/>
          <p:nvPr/>
        </p:nvCxnSpPr>
        <p:spPr>
          <a:xfrm>
            <a:off x="1396169" y="4140199"/>
            <a:ext cx="9407298" cy="0"/>
          </a:xfrm>
          <a:prstGeom prst="straightConnector1">
            <a:avLst/>
          </a:prstGeom>
          <a:noFill/>
          <a:ln cap="flat" cmpd="sng" w="15875">
            <a:solidFill>
              <a:srgbClr val="666666"/>
            </a:solidFill>
            <a:prstDash val="solid"/>
            <a:round/>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bg>
      <p:bgPr>
        <a:blipFill rotWithShape="1">
          <a:blip r:embed="rId2">
            <a:alphaModFix amt="20000"/>
          </a:blip>
          <a:tile algn="tl" flip="none" tx="0" sx="100000" ty="0" sy="100000"/>
        </a:blipFill>
      </p:bgPr>
    </p:bg>
    <p:spTree>
      <p:nvGrpSpPr>
        <p:cNvPr id="114" name="Shape 114"/>
        <p:cNvGrpSpPr/>
        <p:nvPr/>
      </p:nvGrpSpPr>
      <p:grpSpPr>
        <a:xfrm>
          <a:off x="0" y="0"/>
          <a:ext cx="0" cy="0"/>
          <a:chOff x="0" y="0"/>
          <a:chExt cx="0" cy="0"/>
        </a:xfrm>
      </p:grpSpPr>
      <p:sp>
        <p:nvSpPr>
          <p:cNvPr id="115" name="Google Shape;115;p87"/>
          <p:cNvSpPr txBox="1"/>
          <p:nvPr>
            <p:ph type="title"/>
          </p:nvPr>
        </p:nvSpPr>
        <p:spPr>
          <a:xfrm>
            <a:off x="1446213" y="982132"/>
            <a:ext cx="9296398" cy="22436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Century Gothic"/>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87"/>
          <p:cNvSpPr txBox="1"/>
          <p:nvPr>
            <p:ph idx="1" type="body"/>
          </p:nvPr>
        </p:nvSpPr>
        <p:spPr>
          <a:xfrm>
            <a:off x="1295401" y="3639312"/>
            <a:ext cx="9609668" cy="886968"/>
          </a:xfrm>
          <a:prstGeom prst="rect">
            <a:avLst/>
          </a:prstGeom>
          <a:noFill/>
          <a:ln>
            <a:noFill/>
          </a:ln>
        </p:spPr>
        <p:txBody>
          <a:bodyPr anchorCtr="0" anchor="b" bIns="45700" lIns="91425" spcFirstLastPara="1" rIns="91425" wrap="square" tIns="45700">
            <a:normAutofit/>
          </a:bodyPr>
          <a:lstStyle>
            <a:lvl1pPr indent="-228600" lvl="0" marL="457200" algn="l">
              <a:spcBef>
                <a:spcPts val="0"/>
              </a:spcBef>
              <a:spcAft>
                <a:spcPts val="0"/>
              </a:spcAft>
              <a:buSzPts val="2760"/>
              <a:buNone/>
              <a:defRPr sz="24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17" name="Google Shape;117;p87"/>
          <p:cNvSpPr txBox="1"/>
          <p:nvPr>
            <p:ph idx="2" type="body"/>
          </p:nvPr>
        </p:nvSpPr>
        <p:spPr>
          <a:xfrm>
            <a:off x="1295401" y="4529667"/>
            <a:ext cx="9609668" cy="13462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2070"/>
              <a:buNone/>
              <a:defRPr sz="18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18" name="Google Shape;118;p87"/>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87"/>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87"/>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1" name="Google Shape;121;p87"/>
          <p:cNvSpPr txBox="1"/>
          <p:nvPr/>
        </p:nvSpPr>
        <p:spPr>
          <a:xfrm>
            <a:off x="862013" y="879961"/>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dk1"/>
                </a:solidFill>
                <a:latin typeface="Century Gothic"/>
                <a:ea typeface="Century Gothic"/>
                <a:cs typeface="Century Gothic"/>
                <a:sym typeface="Century Gothic"/>
              </a:rPr>
              <a:t>“</a:t>
            </a:r>
            <a:endParaRPr/>
          </a:p>
        </p:txBody>
      </p:sp>
      <p:sp>
        <p:nvSpPr>
          <p:cNvPr id="122" name="Google Shape;122;p87"/>
          <p:cNvSpPr txBox="1"/>
          <p:nvPr/>
        </p:nvSpPr>
        <p:spPr>
          <a:xfrm>
            <a:off x="10600267" y="2599261"/>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8000">
                <a:solidFill>
                  <a:schemeClr val="dk1"/>
                </a:solidFill>
                <a:latin typeface="Century Gothic"/>
                <a:ea typeface="Century Gothic"/>
                <a:cs typeface="Century Gothic"/>
                <a:sym typeface="Century Gothic"/>
              </a:rPr>
              <a:t>”</a:t>
            </a:r>
            <a:endParaRPr/>
          </a:p>
        </p:txBody>
      </p:sp>
      <p:cxnSp>
        <p:nvCxnSpPr>
          <p:cNvPr id="123" name="Google Shape;123;p87"/>
          <p:cNvCxnSpPr/>
          <p:nvPr/>
        </p:nvCxnSpPr>
        <p:spPr>
          <a:xfrm>
            <a:off x="1396169" y="3429000"/>
            <a:ext cx="9407298" cy="0"/>
          </a:xfrm>
          <a:prstGeom prst="straightConnector1">
            <a:avLst/>
          </a:prstGeom>
          <a:noFill/>
          <a:ln cap="flat" cmpd="sng" w="15875">
            <a:solidFill>
              <a:srgbClr val="666666"/>
            </a:solidFill>
            <a:prstDash val="solid"/>
            <a:round/>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bg>
      <p:bgPr>
        <a:blipFill rotWithShape="1">
          <a:blip r:embed="rId2">
            <a:alphaModFix amt="20000"/>
          </a:blip>
          <a:tile algn="tl" flip="none" tx="0" sx="100000" ty="0" sy="100000"/>
        </a:blipFill>
      </p:bgPr>
    </p:bg>
    <p:spTree>
      <p:nvGrpSpPr>
        <p:cNvPr id="124" name="Shape 124"/>
        <p:cNvGrpSpPr/>
        <p:nvPr/>
      </p:nvGrpSpPr>
      <p:grpSpPr>
        <a:xfrm>
          <a:off x="0" y="0"/>
          <a:ext cx="0" cy="0"/>
          <a:chOff x="0" y="0"/>
          <a:chExt cx="0" cy="0"/>
        </a:xfrm>
      </p:grpSpPr>
      <p:sp>
        <p:nvSpPr>
          <p:cNvPr id="125" name="Google Shape;125;p88"/>
          <p:cNvSpPr txBox="1"/>
          <p:nvPr>
            <p:ph type="title"/>
          </p:nvPr>
        </p:nvSpPr>
        <p:spPr>
          <a:xfrm>
            <a:off x="1295401" y="982132"/>
            <a:ext cx="9609666" cy="22436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4400"/>
              <a:buFont typeface="Century Gothic"/>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88"/>
          <p:cNvSpPr txBox="1"/>
          <p:nvPr>
            <p:ph idx="1" type="body"/>
          </p:nvPr>
        </p:nvSpPr>
        <p:spPr>
          <a:xfrm>
            <a:off x="1295401" y="3630168"/>
            <a:ext cx="9609668" cy="841248"/>
          </a:xfrm>
          <a:prstGeom prst="rect">
            <a:avLst/>
          </a:prstGeom>
          <a:noFill/>
          <a:ln>
            <a:noFill/>
          </a:ln>
        </p:spPr>
        <p:txBody>
          <a:bodyPr anchorCtr="0" anchor="b" bIns="45700" lIns="91425" spcFirstLastPara="1" rIns="91425" wrap="square" tIns="45700">
            <a:normAutofit/>
          </a:bodyPr>
          <a:lstStyle>
            <a:lvl1pPr indent="-228600" lvl="0" marL="457200" algn="l">
              <a:spcBef>
                <a:spcPts val="0"/>
              </a:spcBef>
              <a:spcAft>
                <a:spcPts val="0"/>
              </a:spcAft>
              <a:buSzPts val="3220"/>
              <a:buNone/>
              <a:defRPr sz="28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27" name="Google Shape;127;p88"/>
          <p:cNvSpPr txBox="1"/>
          <p:nvPr>
            <p:ph idx="2" type="body"/>
          </p:nvPr>
        </p:nvSpPr>
        <p:spPr>
          <a:xfrm>
            <a:off x="1295400" y="4470399"/>
            <a:ext cx="9609670" cy="1405467"/>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2070"/>
              <a:buNone/>
              <a:defRPr sz="18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28" name="Google Shape;128;p88"/>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88"/>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88"/>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31" name="Google Shape;131;p88"/>
          <p:cNvCxnSpPr/>
          <p:nvPr/>
        </p:nvCxnSpPr>
        <p:spPr>
          <a:xfrm>
            <a:off x="1396169" y="3429000"/>
            <a:ext cx="9407298" cy="0"/>
          </a:xfrm>
          <a:prstGeom prst="straightConnector1">
            <a:avLst/>
          </a:prstGeom>
          <a:noFill/>
          <a:ln cap="flat" cmpd="sng" w="15875">
            <a:solidFill>
              <a:srgbClr val="666666"/>
            </a:solidFill>
            <a:prstDash val="solid"/>
            <a:round/>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bg>
      <p:bgPr>
        <a:blipFill rotWithShape="1">
          <a:blip r:embed="rId2">
            <a:alphaModFix amt="20000"/>
          </a:blip>
          <a:tile algn="tl" flip="none" tx="0" sx="100000" ty="0" sy="100000"/>
        </a:blipFill>
      </p:bgPr>
    </p:bg>
    <p:spTree>
      <p:nvGrpSpPr>
        <p:cNvPr id="132" name="Shape 132"/>
        <p:cNvGrpSpPr/>
        <p:nvPr/>
      </p:nvGrpSpPr>
      <p:grpSpPr>
        <a:xfrm>
          <a:off x="0" y="0"/>
          <a:ext cx="0" cy="0"/>
          <a:chOff x="0" y="0"/>
          <a:chExt cx="0" cy="0"/>
        </a:xfrm>
      </p:grpSpPr>
      <p:sp>
        <p:nvSpPr>
          <p:cNvPr id="133" name="Google Shape;133;p89"/>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44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89"/>
          <p:cNvSpPr txBox="1"/>
          <p:nvPr>
            <p:ph idx="1" type="body"/>
          </p:nvPr>
        </p:nvSpPr>
        <p:spPr>
          <a:xfrm rot="5400000">
            <a:off x="4436531" y="-584198"/>
            <a:ext cx="3318936" cy="9601196"/>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135" name="Google Shape;135;p89"/>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89"/>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89"/>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38" name="Google Shape;138;p89"/>
          <p:cNvCxnSpPr/>
          <p:nvPr/>
        </p:nvCxnSpPr>
        <p:spPr>
          <a:xfrm>
            <a:off x="1396169" y="2421466"/>
            <a:ext cx="9407298" cy="0"/>
          </a:xfrm>
          <a:prstGeom prst="straightConnector1">
            <a:avLst/>
          </a:prstGeom>
          <a:noFill/>
          <a:ln cap="flat" cmpd="sng" w="15875">
            <a:solidFill>
              <a:srgbClr val="666666"/>
            </a:solidFill>
            <a:prstDash val="solid"/>
            <a:round/>
            <a:headEnd len="sm" w="sm" type="none"/>
            <a:tailEnd len="sm" w="sm"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bg>
      <p:bgPr>
        <a:blipFill rotWithShape="1">
          <a:blip r:embed="rId2">
            <a:alphaModFix amt="20000"/>
          </a:blip>
          <a:tile algn="tl" flip="none" tx="0" sx="100000" ty="0" sy="100000"/>
        </a:blipFill>
      </p:bgPr>
    </p:bg>
    <p:spTree>
      <p:nvGrpSpPr>
        <p:cNvPr id="139" name="Shape 139"/>
        <p:cNvGrpSpPr/>
        <p:nvPr/>
      </p:nvGrpSpPr>
      <p:grpSpPr>
        <a:xfrm>
          <a:off x="0" y="0"/>
          <a:ext cx="0" cy="0"/>
          <a:chOff x="0" y="0"/>
          <a:chExt cx="0" cy="0"/>
        </a:xfrm>
      </p:grpSpPr>
      <p:sp>
        <p:nvSpPr>
          <p:cNvPr id="140" name="Google Shape;140;p90"/>
          <p:cNvSpPr txBox="1"/>
          <p:nvPr>
            <p:ph type="title"/>
          </p:nvPr>
        </p:nvSpPr>
        <p:spPr>
          <a:xfrm rot="5400000">
            <a:off x="7497936" y="2483551"/>
            <a:ext cx="4893735" cy="189089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90"/>
          <p:cNvSpPr txBox="1"/>
          <p:nvPr>
            <p:ph idx="1" type="body"/>
          </p:nvPr>
        </p:nvSpPr>
        <p:spPr>
          <a:xfrm rot="5400000">
            <a:off x="2565043" y="-287513"/>
            <a:ext cx="4893734" cy="7433025"/>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142" name="Google Shape;142;p90"/>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90"/>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90"/>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45" name="Google Shape;145;p90"/>
          <p:cNvCxnSpPr/>
          <p:nvPr/>
        </p:nvCxnSpPr>
        <p:spPr>
          <a:xfrm>
            <a:off x="8863890" y="990600"/>
            <a:ext cx="0" cy="4876800"/>
          </a:xfrm>
          <a:prstGeom prst="straightConnector1">
            <a:avLst/>
          </a:prstGeom>
          <a:noFill/>
          <a:ln cap="flat" cmpd="sng" w="15875">
            <a:solidFill>
              <a:srgbClr val="666666"/>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 Id="rId16" Type="http://schemas.openxmlformats.org/officeDocument/2006/relationships/slideLayout" Target="../slideLayouts/slideLayout14.xml"/><Relationship Id="rId17" Type="http://schemas.openxmlformats.org/officeDocument/2006/relationships/slideLayout" Target="../slideLayouts/slideLayout15.xml"/><Relationship Id="rId18" Type="http://schemas.openxmlformats.org/officeDocument/2006/relationships/slideLayout" Target="../slideLayouts/slideLayout16.xml"/><Relationship Id="rId19" Type="http://schemas.openxmlformats.org/officeDocument/2006/relationships/slideLayout" Target="../slideLayouts/slideLayout17.xml"/><Relationship Id="rId20" Type="http://schemas.openxmlformats.org/officeDocument/2006/relationships/slideLayout" Target="../slideLayouts/slideLayout18.xml"/><Relationship Id="rId2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mt="20000"/>
          </a:blip>
          <a:tile algn="tl" flip="none" tx="0" sx="100000" ty="0" sy="100000"/>
        </a:blipFill>
      </p:bgPr>
    </p:bg>
    <p:spTree>
      <p:nvGrpSpPr>
        <p:cNvPr id="9" name="Shape 9"/>
        <p:cNvGrpSpPr/>
        <p:nvPr/>
      </p:nvGrpSpPr>
      <p:grpSpPr>
        <a:xfrm>
          <a:off x="0" y="0"/>
          <a:ext cx="0" cy="0"/>
          <a:chOff x="0" y="0"/>
          <a:chExt cx="0" cy="0"/>
        </a:xfrm>
      </p:grpSpPr>
      <p:pic>
        <p:nvPicPr>
          <p:cNvPr descr="HD-PanelContent-GrommetsCombined.png" id="10" name="Google Shape;10;p72"/>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1" name="Google Shape;11;p72"/>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rgbClr val="262626"/>
              </a:buClr>
              <a:buSzPts val="4400"/>
              <a:buFont typeface="Century Gothic"/>
              <a:buNone/>
              <a:defRPr b="0" i="0" sz="4400" u="none" cap="none" strike="noStrike">
                <a:solidFill>
                  <a:srgbClr val="262626"/>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2" name="Google Shape;12;p72"/>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lvl1pPr indent="-403860" lvl="0" marL="457200" marR="0" rtl="0" algn="l">
              <a:spcBef>
                <a:spcPts val="480"/>
              </a:spcBef>
              <a:spcAft>
                <a:spcPts val="0"/>
              </a:spcAft>
              <a:buClr>
                <a:schemeClr val="accent1"/>
              </a:buClr>
              <a:buSzPts val="2760"/>
              <a:buFont typeface="Arial"/>
              <a:buChar char="•"/>
              <a:defRPr b="0" i="0" sz="2400" u="none" cap="none" strike="noStrike">
                <a:solidFill>
                  <a:srgbClr val="262626"/>
                </a:solidFill>
                <a:latin typeface="Century Gothic"/>
                <a:ea typeface="Century Gothic"/>
                <a:cs typeface="Century Gothic"/>
                <a:sym typeface="Century Gothic"/>
              </a:defRPr>
            </a:lvl1pPr>
            <a:lvl2pPr indent="-374650" lvl="1" marL="914400" marR="0" rtl="0" algn="l">
              <a:spcBef>
                <a:spcPts val="600"/>
              </a:spcBef>
              <a:spcAft>
                <a:spcPts val="0"/>
              </a:spcAft>
              <a:buClr>
                <a:schemeClr val="accent1"/>
              </a:buClr>
              <a:buSzPts val="2300"/>
              <a:buFont typeface="Arial"/>
              <a:buChar char="•"/>
              <a:defRPr b="0" i="0" sz="2000" u="none" cap="none" strike="noStrike">
                <a:solidFill>
                  <a:srgbClr val="262626"/>
                </a:solidFill>
                <a:latin typeface="Century Gothic"/>
                <a:ea typeface="Century Gothic"/>
                <a:cs typeface="Century Gothic"/>
                <a:sym typeface="Century Gothic"/>
              </a:defRPr>
            </a:lvl2pPr>
            <a:lvl3pPr indent="-360044" lvl="2" marL="1371600" marR="0" rtl="0" algn="l">
              <a:spcBef>
                <a:spcPts val="600"/>
              </a:spcBef>
              <a:spcAft>
                <a:spcPts val="0"/>
              </a:spcAft>
              <a:buClr>
                <a:schemeClr val="accent1"/>
              </a:buClr>
              <a:buSzPts val="2070"/>
              <a:buFont typeface="Arial"/>
              <a:buChar char="•"/>
              <a:defRPr b="0" i="0" sz="1800" u="none" cap="none" strike="noStrike">
                <a:solidFill>
                  <a:srgbClr val="262626"/>
                </a:solidFill>
                <a:latin typeface="Century Gothic"/>
                <a:ea typeface="Century Gothic"/>
                <a:cs typeface="Century Gothic"/>
                <a:sym typeface="Century Gothic"/>
              </a:defRPr>
            </a:lvl3pPr>
            <a:lvl4pPr indent="-345439" lvl="3" marL="1828800" marR="0" rtl="0" algn="l">
              <a:spcBef>
                <a:spcPts val="600"/>
              </a:spcBef>
              <a:spcAft>
                <a:spcPts val="0"/>
              </a:spcAft>
              <a:buClr>
                <a:schemeClr val="accent1"/>
              </a:buClr>
              <a:buSzPts val="1840"/>
              <a:buFont typeface="Arial"/>
              <a:buChar char="•"/>
              <a:defRPr b="0" i="0" sz="1600" u="none" cap="none" strike="noStrike">
                <a:solidFill>
                  <a:srgbClr val="262626"/>
                </a:solidFill>
                <a:latin typeface="Century Gothic"/>
                <a:ea typeface="Century Gothic"/>
                <a:cs typeface="Century Gothic"/>
                <a:sym typeface="Century Gothic"/>
              </a:defRPr>
            </a:lvl4pPr>
            <a:lvl5pPr indent="-330835" lvl="4" marL="2286000" marR="0" rtl="0" algn="l">
              <a:spcBef>
                <a:spcPts val="600"/>
              </a:spcBef>
              <a:spcAft>
                <a:spcPts val="0"/>
              </a:spcAft>
              <a:buClr>
                <a:schemeClr val="accent1"/>
              </a:buClr>
              <a:buSzPts val="1610"/>
              <a:buFont typeface="Arial"/>
              <a:buChar char="•"/>
              <a:defRPr b="0" i="0" sz="1400" u="none" cap="none" strike="noStrike">
                <a:solidFill>
                  <a:srgbClr val="262626"/>
                </a:solidFill>
                <a:latin typeface="Century Gothic"/>
                <a:ea typeface="Century Gothic"/>
                <a:cs typeface="Century Gothic"/>
                <a:sym typeface="Century Gothic"/>
              </a:defRPr>
            </a:lvl5pPr>
            <a:lvl6pPr indent="-330835" lvl="5" marL="2743200" marR="0" rtl="0" algn="l">
              <a:spcBef>
                <a:spcPts val="600"/>
              </a:spcBef>
              <a:spcAft>
                <a:spcPts val="0"/>
              </a:spcAft>
              <a:buClr>
                <a:schemeClr val="accent1"/>
              </a:buClr>
              <a:buSzPts val="1610"/>
              <a:buFont typeface="Arial"/>
              <a:buChar char="•"/>
              <a:defRPr b="0" i="0" sz="1400" u="none" cap="none" strike="noStrike">
                <a:solidFill>
                  <a:srgbClr val="262626"/>
                </a:solidFill>
                <a:latin typeface="Century Gothic"/>
                <a:ea typeface="Century Gothic"/>
                <a:cs typeface="Century Gothic"/>
                <a:sym typeface="Century Gothic"/>
              </a:defRPr>
            </a:lvl6pPr>
            <a:lvl7pPr indent="-330835" lvl="6" marL="3200400" marR="0" rtl="0" algn="l">
              <a:spcBef>
                <a:spcPts val="600"/>
              </a:spcBef>
              <a:spcAft>
                <a:spcPts val="0"/>
              </a:spcAft>
              <a:buClr>
                <a:schemeClr val="accent1"/>
              </a:buClr>
              <a:buSzPts val="1610"/>
              <a:buFont typeface="Arial"/>
              <a:buChar char="•"/>
              <a:defRPr b="0" i="0" sz="1400" u="none" cap="none" strike="noStrike">
                <a:solidFill>
                  <a:srgbClr val="262626"/>
                </a:solidFill>
                <a:latin typeface="Century Gothic"/>
                <a:ea typeface="Century Gothic"/>
                <a:cs typeface="Century Gothic"/>
                <a:sym typeface="Century Gothic"/>
              </a:defRPr>
            </a:lvl7pPr>
            <a:lvl8pPr indent="-330834" lvl="7" marL="3657600" marR="0" rtl="0" algn="l">
              <a:spcBef>
                <a:spcPts val="600"/>
              </a:spcBef>
              <a:spcAft>
                <a:spcPts val="0"/>
              </a:spcAft>
              <a:buClr>
                <a:schemeClr val="accent1"/>
              </a:buClr>
              <a:buSzPts val="1610"/>
              <a:buFont typeface="Arial"/>
              <a:buChar char="•"/>
              <a:defRPr b="0" i="0" sz="1400" u="none" cap="none" strike="noStrike">
                <a:solidFill>
                  <a:srgbClr val="262626"/>
                </a:solidFill>
                <a:latin typeface="Century Gothic"/>
                <a:ea typeface="Century Gothic"/>
                <a:cs typeface="Century Gothic"/>
                <a:sym typeface="Century Gothic"/>
              </a:defRPr>
            </a:lvl8pPr>
            <a:lvl9pPr indent="-330834" lvl="8" marL="4114800" marR="0" rtl="0" algn="l">
              <a:spcBef>
                <a:spcPts val="600"/>
              </a:spcBef>
              <a:spcAft>
                <a:spcPts val="600"/>
              </a:spcAft>
              <a:buClr>
                <a:schemeClr val="accent1"/>
              </a:buClr>
              <a:buSzPts val="1610"/>
              <a:buFont typeface="Arial"/>
              <a:buChar char="•"/>
              <a:defRPr b="0" i="0" sz="1400" u="none" cap="none" strike="noStrike">
                <a:solidFill>
                  <a:srgbClr val="262626"/>
                </a:solidFill>
                <a:latin typeface="Century Gothic"/>
                <a:ea typeface="Century Gothic"/>
                <a:cs typeface="Century Gothic"/>
                <a:sym typeface="Century Gothic"/>
              </a:defRPr>
            </a:lvl9pPr>
          </a:lstStyle>
          <a:p/>
        </p:txBody>
      </p:sp>
      <p:sp>
        <p:nvSpPr>
          <p:cNvPr id="13" name="Google Shape;13;p72"/>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4" name="Google Shape;14;p72"/>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5" name="Google Shape;15;p72"/>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chemeClr val="dk1"/>
                </a:solidFill>
                <a:latin typeface="Century Gothic"/>
                <a:ea typeface="Century Gothic"/>
                <a:cs typeface="Century Gothic"/>
                <a:sym typeface="Century Gothic"/>
              </a:defRPr>
            </a:lvl1pPr>
            <a:lvl2pPr indent="0" lvl="1" marL="0" marR="0" rtl="0" algn="r">
              <a:spcBef>
                <a:spcPts val="0"/>
              </a:spcBef>
              <a:buNone/>
              <a:defRPr b="0" i="0" sz="1000" u="none" cap="none" strike="noStrike">
                <a:solidFill>
                  <a:schemeClr val="dk1"/>
                </a:solidFill>
                <a:latin typeface="Century Gothic"/>
                <a:ea typeface="Century Gothic"/>
                <a:cs typeface="Century Gothic"/>
                <a:sym typeface="Century Gothic"/>
              </a:defRPr>
            </a:lvl2pPr>
            <a:lvl3pPr indent="0" lvl="2" marL="0" marR="0" rtl="0" algn="r">
              <a:spcBef>
                <a:spcPts val="0"/>
              </a:spcBef>
              <a:buNone/>
              <a:defRPr b="0" i="0" sz="1000" u="none" cap="none" strike="noStrike">
                <a:solidFill>
                  <a:schemeClr val="dk1"/>
                </a:solidFill>
                <a:latin typeface="Century Gothic"/>
                <a:ea typeface="Century Gothic"/>
                <a:cs typeface="Century Gothic"/>
                <a:sym typeface="Century Gothic"/>
              </a:defRPr>
            </a:lvl3pPr>
            <a:lvl4pPr indent="0" lvl="3" marL="0" marR="0" rtl="0" algn="r">
              <a:spcBef>
                <a:spcPts val="0"/>
              </a:spcBef>
              <a:buNone/>
              <a:defRPr b="0" i="0" sz="1000" u="none" cap="none" strike="noStrike">
                <a:solidFill>
                  <a:schemeClr val="dk1"/>
                </a:solidFill>
                <a:latin typeface="Century Gothic"/>
                <a:ea typeface="Century Gothic"/>
                <a:cs typeface="Century Gothic"/>
                <a:sym typeface="Century Gothic"/>
              </a:defRPr>
            </a:lvl4pPr>
            <a:lvl5pPr indent="0" lvl="4" marL="0" marR="0" rtl="0" algn="r">
              <a:spcBef>
                <a:spcPts val="0"/>
              </a:spcBef>
              <a:buNone/>
              <a:defRPr b="0" i="0" sz="1000" u="none" cap="none" strike="noStrike">
                <a:solidFill>
                  <a:schemeClr val="dk1"/>
                </a:solidFill>
                <a:latin typeface="Century Gothic"/>
                <a:ea typeface="Century Gothic"/>
                <a:cs typeface="Century Gothic"/>
                <a:sym typeface="Century Gothic"/>
              </a:defRPr>
            </a:lvl5pPr>
            <a:lvl6pPr indent="0" lvl="5" marL="0" marR="0" rtl="0" algn="r">
              <a:spcBef>
                <a:spcPts val="0"/>
              </a:spcBef>
              <a:buNone/>
              <a:defRPr b="0" i="0" sz="1000" u="none" cap="none" strike="noStrike">
                <a:solidFill>
                  <a:schemeClr val="dk1"/>
                </a:solidFill>
                <a:latin typeface="Century Gothic"/>
                <a:ea typeface="Century Gothic"/>
                <a:cs typeface="Century Gothic"/>
                <a:sym typeface="Century Gothic"/>
              </a:defRPr>
            </a:lvl6pPr>
            <a:lvl7pPr indent="0" lvl="6" marL="0" marR="0" rtl="0" algn="r">
              <a:spcBef>
                <a:spcPts val="0"/>
              </a:spcBef>
              <a:buNone/>
              <a:defRPr b="0" i="0" sz="1000" u="none" cap="none" strike="noStrike">
                <a:solidFill>
                  <a:schemeClr val="dk1"/>
                </a:solidFill>
                <a:latin typeface="Century Gothic"/>
                <a:ea typeface="Century Gothic"/>
                <a:cs typeface="Century Gothic"/>
                <a:sym typeface="Century Gothic"/>
              </a:defRPr>
            </a:lvl7pPr>
            <a:lvl8pPr indent="0" lvl="7" marL="0" marR="0" rtl="0" algn="r">
              <a:spcBef>
                <a:spcPts val="0"/>
              </a:spcBef>
              <a:buNone/>
              <a:defRPr b="0" i="0" sz="1000" u="none" cap="none" strike="noStrike">
                <a:solidFill>
                  <a:schemeClr val="dk1"/>
                </a:solidFill>
                <a:latin typeface="Century Gothic"/>
                <a:ea typeface="Century Gothic"/>
                <a:cs typeface="Century Gothic"/>
                <a:sym typeface="Century Gothic"/>
              </a:defRPr>
            </a:lvl8pPr>
            <a:lvl9pPr indent="0" lvl="8" marL="0" marR="0" rtl="0" algn="r">
              <a:spcBef>
                <a:spcPts val="0"/>
              </a:spcBef>
              <a:buNone/>
              <a:defRPr b="0" i="0" sz="1000" u="none" cap="none" strike="noStrike">
                <a:solidFill>
                  <a:schemeClr val="dk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1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jpg"/><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jpg"/><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jpg"/><Relationship Id="rId4"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4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4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0.jp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
          <p:cNvSpPr txBox="1"/>
          <p:nvPr>
            <p:ph type="ctrTitle"/>
          </p:nvPr>
        </p:nvSpPr>
        <p:spPr>
          <a:xfrm>
            <a:off x="2692398" y="1871131"/>
            <a:ext cx="6815669" cy="151553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262626"/>
              </a:buClr>
              <a:buSzPts val="5400"/>
              <a:buFont typeface="Century Gothic"/>
              <a:buNone/>
            </a:pPr>
            <a:r>
              <a:rPr lang="en-US"/>
              <a:t>Intro Storyboarding</a:t>
            </a:r>
            <a:endParaRPr/>
          </a:p>
        </p:txBody>
      </p:sp>
      <p:sp>
        <p:nvSpPr>
          <p:cNvPr id="152" name="Google Shape;152;p1"/>
          <p:cNvSpPr txBox="1"/>
          <p:nvPr>
            <p:ph idx="1" type="subTitle"/>
          </p:nvPr>
        </p:nvSpPr>
        <p:spPr>
          <a:xfrm>
            <a:off x="2692398" y="3657597"/>
            <a:ext cx="6815669" cy="1320802"/>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2415"/>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Which One Mattered Most?</a:t>
            </a:r>
            <a:endParaRPr/>
          </a:p>
        </p:txBody>
      </p:sp>
      <p:sp>
        <p:nvSpPr>
          <p:cNvPr id="279" name="Google Shape;279;p16"/>
          <p:cNvSpPr txBox="1"/>
          <p:nvPr>
            <p:ph idx="1" type="body"/>
          </p:nvPr>
        </p:nvSpPr>
        <p:spPr>
          <a:xfrm>
            <a:off x="1447800" y="3028950"/>
            <a:ext cx="9448796"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A finished piece of concept art</a:t>
            </a:r>
            <a:endParaRPr/>
          </a:p>
          <a:p>
            <a:pPr indent="-285750" lvl="0" marL="285750" rtl="0" algn="l">
              <a:spcBef>
                <a:spcPts val="0"/>
              </a:spcBef>
              <a:spcAft>
                <a:spcPts val="0"/>
              </a:spcAft>
              <a:buSzPts val="2760"/>
              <a:buChar char="•"/>
            </a:pPr>
            <a:r>
              <a:rPr lang="en-US"/>
              <a:t>A rough production board panel — scratchy, arrows everywhere</a:t>
            </a:r>
            <a:endParaRPr/>
          </a:p>
          <a:p>
            <a:pPr indent="-285750" lvl="0" marL="285750" rtl="0" algn="l">
              <a:spcBef>
                <a:spcPts val="0"/>
              </a:spcBef>
              <a:spcAft>
                <a:spcPts val="0"/>
              </a:spcAft>
              <a:buSzPts val="2760"/>
              <a:buChar char="•"/>
            </a:pPr>
            <a:r>
              <a:rPr lang="en-US"/>
              <a:t>The final frame of the film that panel became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The Thesis of This Course</a:t>
            </a:r>
            <a:endParaRPr/>
          </a:p>
        </p:txBody>
      </p:sp>
      <p:sp>
        <p:nvSpPr>
          <p:cNvPr id="279" name="Google Shape;279;p16"/>
          <p:cNvSpPr txBox="1"/>
          <p:nvPr>
            <p:ph idx="1" type="body"/>
          </p:nvPr>
        </p:nvSpPr>
        <p:spPr>
          <a:xfrm>
            <a:off x="1447800" y="3028950"/>
            <a:ext cx="9448796"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A storyboard's only job is to make a sequence understandable and engaging</a:t>
            </a:r>
            <a:endParaRPr/>
          </a:p>
          <a:p>
            <a:pPr indent="-285750" lvl="0" marL="285750" rtl="0" algn="l">
              <a:spcBef>
                <a:spcPts val="0"/>
              </a:spcBef>
              <a:spcAft>
                <a:spcPts val="0"/>
              </a:spcAft>
              <a:buSzPts val="2760"/>
              <a:buChar char="•"/>
            </a:pPr>
            <a:r>
              <a:rPr lang="en-US"/>
              <a:t>— before anyone spends money</a:t>
            </a:r>
            <a:endParaRPr/>
          </a:p>
          <a:p>
            <a:pPr indent="-285750" lvl="0" marL="285750" rtl="0" algn="l">
              <a:spcBef>
                <a:spcPts val="0"/>
              </a:spcBef>
              <a:spcAft>
                <a:spcPts val="0"/>
              </a:spcAft>
              <a:buSzPts val="2760"/>
              <a:buChar char="•"/>
            </a:pPr>
            <a:r>
              <a:rPr lang="en-US"/>
              <a:t>Beauty is optional</a:t>
            </a:r>
            <a:endParaRPr/>
          </a:p>
          <a:p>
            <a:pPr indent="-285750" lvl="0" marL="285750" rtl="0" algn="l">
              <a:spcBef>
                <a:spcPts val="0"/>
              </a:spcBef>
              <a:spcAft>
                <a:spcPts val="0"/>
              </a:spcAft>
              <a:buSzPts val="2760"/>
              <a:buChar char="•"/>
            </a:pPr>
            <a:r>
              <a:rPr lang="en-US"/>
              <a:t>Clarity is not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What Professional Boards Actually Look Like</a:t>
            </a:r>
            <a:endParaRPr/>
          </a:p>
        </p:txBody>
      </p:sp>
      <p:sp>
        <p:nvSpPr>
          <p:cNvPr id="279" name="Google Shape;279;p16"/>
          <p:cNvSpPr txBox="1"/>
          <p:nvPr>
            <p:ph idx="1" type="body"/>
          </p:nvPr>
        </p:nvSpPr>
        <p:spPr>
          <a:xfrm>
            <a:off x="1447800" y="3028950"/>
            <a:ext cx="9448796"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Rough. Scratchy. Arrows everywhere.</a:t>
            </a:r>
            <a:endParaRPr/>
          </a:p>
          <a:p>
            <a:pPr indent="-285750" lvl="0" marL="285750" rtl="0" algn="l">
              <a:spcBef>
                <a:spcPts val="0"/>
              </a:spcBef>
              <a:spcAft>
                <a:spcPts val="0"/>
              </a:spcAft>
              <a:buSzPts val="2760"/>
              <a:buChar char="•"/>
            </a:pPr>
            <a:r>
              <a:rPr lang="en-US"/>
              <a:t>Three marks for a face, or no face at all</a:t>
            </a:r>
            <a:endParaRPr/>
          </a:p>
          <a:p>
            <a:pPr indent="-285750" lvl="0" marL="285750" rtl="0" algn="l">
              <a:spcBef>
                <a:spcPts val="0"/>
              </a:spcBef>
              <a:spcAft>
                <a:spcPts val="0"/>
              </a:spcAft>
              <a:buSzPts val="2760"/>
              <a:buChar char="•"/>
            </a:pPr>
            <a:r>
              <a:rPr lang="en-US"/>
              <a:t>Drawn fast and thrown away</a:t>
            </a:r>
            <a:endParaRPr/>
          </a:p>
          <a:p>
            <a:pPr indent="-285750" lvl="0" marL="285750" rtl="0" algn="l">
              <a:spcBef>
                <a:spcPts val="0"/>
              </a:spcBef>
              <a:spcAft>
                <a:spcPts val="0"/>
              </a:spcAft>
              <a:buSzPts val="2760"/>
              <a:buChar char="•"/>
            </a:pPr>
            <a:r>
              <a:rPr lang="en-US"/>
              <a:t>Panels are disposable thinking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
          <p:cNvSpPr txBox="1"/>
          <p:nvPr/>
        </p:nvSpPr>
        <p:spPr>
          <a:xfrm>
            <a:off x="457200" y="625811"/>
            <a:ext cx="11220450" cy="208808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62626"/>
              </a:buClr>
              <a:buSzPts val="4400"/>
              <a:buFont typeface="Century Gothic"/>
              <a:buNone/>
            </a:pPr>
            <a:r>
              <a:rPr b="0" i="0" lang="en-US" sz="4400" u="none" cap="none" strike="noStrike">
                <a:solidFill>
                  <a:srgbClr val="262626"/>
                </a:solidFill>
                <a:latin typeface="Century Gothic"/>
                <a:ea typeface="Century Gothic"/>
                <a:cs typeface="Century Gothic"/>
                <a:sym typeface="Century Gothic"/>
              </a:rPr>
              <a:t>Visual Storytelling</a:t>
            </a:r>
            <a:endParaRPr/>
          </a:p>
        </p:txBody>
      </p:sp>
      <p:pic>
        <p:nvPicPr>
          <p:cNvPr descr="Image result for watching television" id="159" name="Google Shape;159;p2"/>
          <p:cNvPicPr preferRelativeResize="0"/>
          <p:nvPr/>
        </p:nvPicPr>
        <p:blipFill rotWithShape="1">
          <a:blip r:embed="rId3">
            <a:alphaModFix/>
          </a:blip>
          <a:srcRect b="0" l="10587" r="14969" t="0"/>
          <a:stretch/>
        </p:blipFill>
        <p:spPr>
          <a:xfrm>
            <a:off x="857251" y="2247097"/>
            <a:ext cx="3505200" cy="3131353"/>
          </a:xfrm>
          <a:prstGeom prst="rect">
            <a:avLst/>
          </a:prstGeom>
          <a:noFill/>
          <a:ln>
            <a:noFill/>
          </a:ln>
        </p:spPr>
      </p:pic>
      <p:pic>
        <p:nvPicPr>
          <p:cNvPr descr="Image result for playing video games" id="160" name="Google Shape;160;p2"/>
          <p:cNvPicPr preferRelativeResize="0"/>
          <p:nvPr/>
        </p:nvPicPr>
        <p:blipFill rotWithShape="1">
          <a:blip r:embed="rId4">
            <a:alphaModFix/>
          </a:blip>
          <a:srcRect b="0" l="19822" r="25082" t="19947"/>
          <a:stretch/>
        </p:blipFill>
        <p:spPr>
          <a:xfrm>
            <a:off x="4656844" y="2247098"/>
            <a:ext cx="3591806" cy="3131352"/>
          </a:xfrm>
          <a:prstGeom prst="rect">
            <a:avLst/>
          </a:prstGeom>
          <a:noFill/>
          <a:ln>
            <a:noFill/>
          </a:ln>
        </p:spPr>
      </p:pic>
      <p:sp>
        <p:nvSpPr>
          <p:cNvPr id="161" name="Google Shape;161;p2"/>
          <p:cNvSpPr/>
          <p:nvPr/>
        </p:nvSpPr>
        <p:spPr>
          <a:xfrm>
            <a:off x="723900" y="1517452"/>
            <a:ext cx="1068704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800" u="none" cap="none" strike="noStrike">
                <a:solidFill>
                  <a:schemeClr val="dk1"/>
                </a:solidFill>
                <a:latin typeface="Century Gothic"/>
                <a:ea typeface="Century Gothic"/>
                <a:cs typeface="Century Gothic"/>
                <a:sym typeface="Century Gothic"/>
              </a:rPr>
              <a:t>We are constantly confronted with visual media: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4"/>
          <p:cNvSpPr txBox="1"/>
          <p:nvPr/>
        </p:nvSpPr>
        <p:spPr>
          <a:xfrm>
            <a:off x="457200" y="625811"/>
            <a:ext cx="11220450" cy="208808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62626"/>
              </a:buClr>
              <a:buSzPts val="4400"/>
              <a:buFont typeface="Century Gothic"/>
              <a:buNone/>
            </a:pPr>
            <a:r>
              <a:rPr lang="en-US" sz="4400" cap="none">
                <a:solidFill>
                  <a:srgbClr val="262626"/>
                </a:solidFill>
                <a:latin typeface="Century Gothic"/>
                <a:ea typeface="Century Gothic"/>
                <a:cs typeface="Century Gothic"/>
                <a:sym typeface="Century Gothic"/>
              </a:rPr>
              <a:t>Visual Storytelling</a:t>
            </a:r>
            <a:endParaRPr/>
          </a:p>
          <a:p>
            <a:pPr indent="0" lvl="0" marL="0" marR="0" rtl="0" algn="ctr">
              <a:spcBef>
                <a:spcPts val="0"/>
              </a:spcBef>
              <a:spcAft>
                <a:spcPts val="0"/>
              </a:spcAft>
              <a:buClr>
                <a:srgbClr val="262626"/>
              </a:buClr>
              <a:buSzPts val="4400"/>
              <a:buFont typeface="Century Gothic"/>
              <a:buNone/>
            </a:pPr>
            <a:r>
              <a:t/>
            </a:r>
            <a:endParaRPr sz="4400" cap="none">
              <a:solidFill>
                <a:srgbClr val="262626"/>
              </a:solidFill>
              <a:latin typeface="Century Gothic"/>
              <a:ea typeface="Century Gothic"/>
              <a:cs typeface="Century Gothic"/>
              <a:sym typeface="Century Gothic"/>
            </a:endParaRPr>
          </a:p>
        </p:txBody>
      </p:sp>
      <p:sp>
        <p:nvSpPr>
          <p:cNvPr id="178" name="Google Shape;178;p4"/>
          <p:cNvSpPr/>
          <p:nvPr/>
        </p:nvSpPr>
        <p:spPr>
          <a:xfrm>
            <a:off x="7848601" y="3301206"/>
            <a:ext cx="3829050" cy="1815882"/>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2800"/>
              <a:buFont typeface="Arial"/>
              <a:buChar char="•"/>
            </a:pPr>
            <a:r>
              <a:rPr lang="en-US" sz="2800">
                <a:solidFill>
                  <a:schemeClr val="dk1"/>
                </a:solidFill>
                <a:latin typeface="Century Gothic"/>
                <a:ea typeface="Century Gothic"/>
                <a:cs typeface="Century Gothic"/>
                <a:sym typeface="Century Gothic"/>
              </a:rPr>
              <a:t>To buy product.</a:t>
            </a:r>
            <a:endParaRPr/>
          </a:p>
          <a:p>
            <a:pPr indent="-279400" lvl="0" marL="457200" marR="0" rtl="0" algn="l">
              <a:spcBef>
                <a:spcPts val="0"/>
              </a:spcBef>
              <a:spcAft>
                <a:spcPts val="0"/>
              </a:spcAft>
              <a:buClr>
                <a:schemeClr val="dk1"/>
              </a:buClr>
              <a:buSzPts val="2800"/>
              <a:buFont typeface="Arial"/>
              <a:buNone/>
            </a:pPr>
            <a:r>
              <a:t/>
            </a:r>
            <a:endParaRPr sz="2800">
              <a:solidFill>
                <a:schemeClr val="dk1"/>
              </a:solidFill>
              <a:latin typeface="Century Gothic"/>
              <a:ea typeface="Century Gothic"/>
              <a:cs typeface="Century Gothic"/>
              <a:sym typeface="Century Gothic"/>
            </a:endParaRPr>
          </a:p>
          <a:p>
            <a:pPr indent="-457200" lvl="0" marL="457200" marR="0" rtl="0" algn="l">
              <a:spcBef>
                <a:spcPts val="0"/>
              </a:spcBef>
              <a:spcAft>
                <a:spcPts val="0"/>
              </a:spcAft>
              <a:buClr>
                <a:schemeClr val="dk1"/>
              </a:buClr>
              <a:buSzPts val="2800"/>
              <a:buFont typeface="Arial"/>
              <a:buChar char="•"/>
            </a:pPr>
            <a:r>
              <a:rPr lang="en-US" sz="2800">
                <a:solidFill>
                  <a:schemeClr val="dk1"/>
                </a:solidFill>
                <a:latin typeface="Century Gothic"/>
                <a:ea typeface="Century Gothic"/>
                <a:cs typeface="Century Gothic"/>
                <a:sym typeface="Century Gothic"/>
              </a:rPr>
              <a:t>Evoke an emotion from audience.</a:t>
            </a:r>
            <a:endParaRPr/>
          </a:p>
        </p:txBody>
      </p:sp>
      <p:pic>
        <p:nvPicPr>
          <p:cNvPr descr="Image result for crest commercial" id="179" name="Google Shape;179;p4"/>
          <p:cNvPicPr preferRelativeResize="0"/>
          <p:nvPr/>
        </p:nvPicPr>
        <p:blipFill rotWithShape="1">
          <a:blip r:embed="rId3">
            <a:alphaModFix/>
          </a:blip>
          <a:srcRect b="0" l="0" r="7165" t="0"/>
          <a:stretch/>
        </p:blipFill>
        <p:spPr>
          <a:xfrm>
            <a:off x="936625" y="2094331"/>
            <a:ext cx="6416675" cy="3884531"/>
          </a:xfrm>
          <a:prstGeom prst="rect">
            <a:avLst/>
          </a:prstGeom>
          <a:noFill/>
          <a:ln>
            <a:noFill/>
          </a:ln>
        </p:spPr>
      </p:pic>
      <p:sp>
        <p:nvSpPr>
          <p:cNvPr id="180" name="Google Shape;180;p4"/>
          <p:cNvSpPr/>
          <p:nvPr/>
        </p:nvSpPr>
        <p:spPr>
          <a:xfrm>
            <a:off x="8328025" y="2094331"/>
            <a:ext cx="334962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entury Gothic"/>
                <a:ea typeface="Century Gothic"/>
                <a:cs typeface="Century Gothic"/>
                <a:sym typeface="Century Gothic"/>
              </a:rPr>
              <a:t>Message can be: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5"/>
          <p:cNvSpPr txBox="1"/>
          <p:nvPr/>
        </p:nvSpPr>
        <p:spPr>
          <a:xfrm>
            <a:off x="4686300" y="625811"/>
            <a:ext cx="6991350" cy="208808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62626"/>
              </a:buClr>
              <a:buSzPts val="4400"/>
              <a:buFont typeface="Century Gothic"/>
              <a:buNone/>
            </a:pPr>
            <a:r>
              <a:rPr lang="en-US" sz="4400" cap="none">
                <a:solidFill>
                  <a:srgbClr val="262626"/>
                </a:solidFill>
                <a:latin typeface="Century Gothic"/>
                <a:ea typeface="Century Gothic"/>
                <a:cs typeface="Century Gothic"/>
                <a:sym typeface="Century Gothic"/>
              </a:rPr>
              <a:t>Storyboarding</a:t>
            </a:r>
            <a:endParaRPr/>
          </a:p>
        </p:txBody>
      </p:sp>
      <p:sp>
        <p:nvSpPr>
          <p:cNvPr id="187" name="Google Shape;187;p5"/>
          <p:cNvSpPr txBox="1"/>
          <p:nvPr/>
        </p:nvSpPr>
        <p:spPr>
          <a:xfrm>
            <a:off x="4419600" y="1504950"/>
            <a:ext cx="7124700" cy="2417886"/>
          </a:xfrm>
          <a:prstGeom prst="rect">
            <a:avLst/>
          </a:prstGeom>
          <a:noFill/>
          <a:ln>
            <a:noFill/>
          </a:ln>
        </p:spPr>
        <p:txBody>
          <a:bodyPr anchorCtr="0" anchor="t" bIns="45700" lIns="91425" spcFirstLastPara="1" rIns="91425" wrap="square" tIns="45700">
            <a:normAutofit/>
          </a:bodyPr>
          <a:lstStyle/>
          <a:p>
            <a:pPr indent="-285750" lvl="0" marL="285750" marR="0" rtl="0" algn="l">
              <a:spcBef>
                <a:spcPts val="0"/>
              </a:spcBef>
              <a:spcAft>
                <a:spcPts val="0"/>
              </a:spcAft>
              <a:buClr>
                <a:schemeClr val="accent1"/>
              </a:buClr>
              <a:buSzPts val="4140"/>
              <a:buFont typeface="Arial"/>
              <a:buChar char="•"/>
            </a:pPr>
            <a:r>
              <a:rPr b="1" lang="en-US" sz="3600" cap="none">
                <a:solidFill>
                  <a:srgbClr val="262626"/>
                </a:solidFill>
                <a:latin typeface="Century Gothic"/>
                <a:ea typeface="Century Gothic"/>
                <a:cs typeface="Century Gothic"/>
                <a:sym typeface="Century Gothic"/>
              </a:rPr>
              <a:t>The visual representation of the script.</a:t>
            </a:r>
            <a:endParaRPr b="1" sz="2400" cap="none">
              <a:solidFill>
                <a:srgbClr val="262626"/>
              </a:solidFill>
              <a:latin typeface="Century Gothic"/>
              <a:ea typeface="Century Gothic"/>
              <a:cs typeface="Century Gothic"/>
              <a:sym typeface="Century Gothic"/>
            </a:endParaRPr>
          </a:p>
        </p:txBody>
      </p:sp>
      <p:pic>
        <p:nvPicPr>
          <p:cNvPr descr="Image result for storyboarding disney" id="188" name="Google Shape;188;p5"/>
          <p:cNvPicPr preferRelativeResize="0"/>
          <p:nvPr/>
        </p:nvPicPr>
        <p:blipFill rotWithShape="1">
          <a:blip r:embed="rId3">
            <a:alphaModFix/>
          </a:blip>
          <a:srcRect b="0" l="0" r="0" t="0"/>
          <a:stretch/>
        </p:blipFill>
        <p:spPr>
          <a:xfrm>
            <a:off x="4686300" y="3784701"/>
            <a:ext cx="3483198" cy="2365673"/>
          </a:xfrm>
          <a:prstGeom prst="rect">
            <a:avLst/>
          </a:prstGeom>
          <a:noFill/>
          <a:ln>
            <a:noFill/>
          </a:ln>
        </p:spPr>
      </p:pic>
      <p:pic>
        <p:nvPicPr>
          <p:cNvPr descr="Starwars Storyboard" id="189" name="Google Shape;189;p5"/>
          <p:cNvPicPr preferRelativeResize="0"/>
          <p:nvPr/>
        </p:nvPicPr>
        <p:blipFill rotWithShape="1">
          <a:blip r:embed="rId4">
            <a:alphaModFix/>
          </a:blip>
          <a:srcRect b="0" l="0" r="0" t="0"/>
          <a:stretch/>
        </p:blipFill>
        <p:spPr>
          <a:xfrm>
            <a:off x="715869" y="857249"/>
            <a:ext cx="3674601" cy="532408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7"/>
          <p:cNvSpPr txBox="1"/>
          <p:nvPr/>
        </p:nvSpPr>
        <p:spPr>
          <a:xfrm>
            <a:off x="4686300" y="625811"/>
            <a:ext cx="6991350" cy="208808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62626"/>
              </a:buClr>
              <a:buSzPts val="4400"/>
              <a:buFont typeface="Century Gothic"/>
              <a:buNone/>
            </a:pPr>
            <a:r>
              <a:rPr lang="en-US" sz="4400" cap="none">
                <a:solidFill>
                  <a:srgbClr val="262626"/>
                </a:solidFill>
                <a:latin typeface="Century Gothic"/>
                <a:ea typeface="Century Gothic"/>
                <a:cs typeface="Century Gothic"/>
                <a:sym typeface="Century Gothic"/>
              </a:rPr>
              <a:t>Storyboarding</a:t>
            </a:r>
            <a:endParaRPr/>
          </a:p>
        </p:txBody>
      </p:sp>
      <p:sp>
        <p:nvSpPr>
          <p:cNvPr id="205" name="Google Shape;205;p7"/>
          <p:cNvSpPr txBox="1"/>
          <p:nvPr/>
        </p:nvSpPr>
        <p:spPr>
          <a:xfrm>
            <a:off x="4419600" y="1771650"/>
            <a:ext cx="7124700" cy="1695450"/>
          </a:xfrm>
          <a:prstGeom prst="rect">
            <a:avLst/>
          </a:prstGeom>
          <a:noFill/>
          <a:ln>
            <a:noFill/>
          </a:ln>
        </p:spPr>
        <p:txBody>
          <a:bodyPr anchorCtr="0" anchor="t" bIns="45700" lIns="91425" spcFirstLastPara="1" rIns="91425" wrap="square" tIns="45700">
            <a:normAutofit/>
          </a:bodyPr>
          <a:lstStyle/>
          <a:p>
            <a:pPr indent="-285750" lvl="0" marL="285750" marR="0" rtl="0" algn="l">
              <a:spcBef>
                <a:spcPts val="0"/>
              </a:spcBef>
              <a:spcAft>
                <a:spcPts val="0"/>
              </a:spcAft>
              <a:buClr>
                <a:schemeClr val="accent1"/>
              </a:buClr>
              <a:buSzPts val="2760"/>
              <a:buFont typeface="Arial"/>
              <a:buChar char="•"/>
            </a:pPr>
            <a:r>
              <a:rPr lang="en-US" sz="2400" cap="none">
                <a:solidFill>
                  <a:srgbClr val="262626"/>
                </a:solidFill>
                <a:latin typeface="Century Gothic"/>
                <a:ea typeface="Century Gothic"/>
                <a:cs typeface="Century Gothic"/>
                <a:sym typeface="Century Gothic"/>
              </a:rPr>
              <a:t>Consists of a number of panels that show the </a:t>
            </a:r>
            <a:r>
              <a:rPr b="1" lang="en-US" sz="2400" cap="none">
                <a:solidFill>
                  <a:srgbClr val="262626"/>
                </a:solidFill>
                <a:latin typeface="Century Gothic"/>
                <a:ea typeface="Century Gothic"/>
                <a:cs typeface="Century Gothic"/>
                <a:sym typeface="Century Gothic"/>
              </a:rPr>
              <a:t>visual action of a sequence in a logical narrative</a:t>
            </a:r>
            <a:r>
              <a:rPr lang="en-US" sz="2400" cap="none">
                <a:solidFill>
                  <a:srgbClr val="262626"/>
                </a:solidFill>
                <a:latin typeface="Century Gothic"/>
                <a:ea typeface="Century Gothic"/>
                <a:cs typeface="Century Gothic"/>
                <a:sym typeface="Century Gothic"/>
              </a:rPr>
              <a:t>.</a:t>
            </a:r>
            <a:endParaRPr/>
          </a:p>
          <a:p>
            <a:pPr indent="0" lvl="0" marL="0" marR="0" rtl="0" algn="l">
              <a:spcBef>
                <a:spcPts val="1080"/>
              </a:spcBef>
              <a:spcAft>
                <a:spcPts val="0"/>
              </a:spcAft>
              <a:buClr>
                <a:schemeClr val="accent1"/>
              </a:buClr>
              <a:buSzPts val="2760"/>
              <a:buFont typeface="Arial"/>
              <a:buNone/>
            </a:pPr>
            <a:r>
              <a:t/>
            </a:r>
            <a:endParaRPr sz="2400" cap="none">
              <a:solidFill>
                <a:srgbClr val="262626"/>
              </a:solidFill>
              <a:latin typeface="Century Gothic"/>
              <a:ea typeface="Century Gothic"/>
              <a:cs typeface="Century Gothic"/>
              <a:sym typeface="Century Gothic"/>
            </a:endParaRPr>
          </a:p>
        </p:txBody>
      </p:sp>
      <p:pic>
        <p:nvPicPr>
          <p:cNvPr descr="Image result for storyboarding disney" id="206" name="Google Shape;206;p7"/>
          <p:cNvPicPr preferRelativeResize="0"/>
          <p:nvPr/>
        </p:nvPicPr>
        <p:blipFill rotWithShape="1">
          <a:blip r:embed="rId3">
            <a:alphaModFix/>
          </a:blip>
          <a:srcRect b="0" l="0" r="0" t="0"/>
          <a:stretch/>
        </p:blipFill>
        <p:spPr>
          <a:xfrm>
            <a:off x="4686300" y="3784701"/>
            <a:ext cx="3483198" cy="2365673"/>
          </a:xfrm>
          <a:prstGeom prst="rect">
            <a:avLst/>
          </a:prstGeom>
          <a:noFill/>
          <a:ln>
            <a:noFill/>
          </a:ln>
        </p:spPr>
      </p:pic>
      <p:pic>
        <p:nvPicPr>
          <p:cNvPr descr="Starwars Storyboard" id="207" name="Google Shape;207;p7"/>
          <p:cNvPicPr preferRelativeResize="0"/>
          <p:nvPr/>
        </p:nvPicPr>
        <p:blipFill rotWithShape="1">
          <a:blip r:embed="rId4">
            <a:alphaModFix/>
          </a:blip>
          <a:srcRect b="0" l="0" r="0" t="0"/>
          <a:stretch/>
        </p:blipFill>
        <p:spPr>
          <a:xfrm>
            <a:off x="715869" y="857249"/>
            <a:ext cx="3674601" cy="532408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8"/>
          <p:cNvSpPr txBox="1"/>
          <p:nvPr/>
        </p:nvSpPr>
        <p:spPr>
          <a:xfrm>
            <a:off x="4686300" y="625811"/>
            <a:ext cx="6991350" cy="208808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62626"/>
              </a:buClr>
              <a:buSzPts val="4400"/>
              <a:buFont typeface="Century Gothic"/>
              <a:buNone/>
            </a:pPr>
            <a:r>
              <a:rPr lang="en-US" sz="4400" cap="none">
                <a:solidFill>
                  <a:srgbClr val="262626"/>
                </a:solidFill>
                <a:latin typeface="Century Gothic"/>
                <a:ea typeface="Century Gothic"/>
                <a:cs typeface="Century Gothic"/>
                <a:sym typeface="Century Gothic"/>
              </a:rPr>
              <a:t>Storyboarding</a:t>
            </a:r>
            <a:endParaRPr/>
          </a:p>
        </p:txBody>
      </p:sp>
      <p:sp>
        <p:nvSpPr>
          <p:cNvPr id="214" name="Google Shape;214;p8"/>
          <p:cNvSpPr txBox="1"/>
          <p:nvPr/>
        </p:nvSpPr>
        <p:spPr>
          <a:xfrm>
            <a:off x="4419600" y="1771650"/>
            <a:ext cx="7124700" cy="1695450"/>
          </a:xfrm>
          <a:prstGeom prst="rect">
            <a:avLst/>
          </a:prstGeom>
          <a:noFill/>
          <a:ln>
            <a:noFill/>
          </a:ln>
        </p:spPr>
        <p:txBody>
          <a:bodyPr anchorCtr="0" anchor="t" bIns="45700" lIns="91425" spcFirstLastPara="1" rIns="91425" wrap="square" tIns="45700">
            <a:normAutofit/>
          </a:bodyPr>
          <a:lstStyle/>
          <a:p>
            <a:pPr indent="-285750" lvl="0" marL="285750" marR="0" rtl="0" algn="l">
              <a:spcBef>
                <a:spcPts val="0"/>
              </a:spcBef>
              <a:spcAft>
                <a:spcPts val="0"/>
              </a:spcAft>
              <a:buClr>
                <a:schemeClr val="accent1"/>
              </a:buClr>
              <a:buSzPts val="2760"/>
              <a:buFont typeface="Arial"/>
              <a:buChar char="•"/>
            </a:pPr>
            <a:r>
              <a:rPr lang="en-US" sz="2400" cap="none">
                <a:solidFill>
                  <a:srgbClr val="262626"/>
                </a:solidFill>
                <a:latin typeface="Century Gothic"/>
                <a:ea typeface="Century Gothic"/>
                <a:cs typeface="Century Gothic"/>
                <a:sym typeface="Century Gothic"/>
              </a:rPr>
              <a:t>Stories entertain</a:t>
            </a:r>
            <a:endParaRPr/>
          </a:p>
          <a:p>
            <a:pPr indent="-285750" lvl="0" marL="285750" marR="0" rtl="0" algn="l">
              <a:spcBef>
                <a:spcPts val="1080"/>
              </a:spcBef>
              <a:spcAft>
                <a:spcPts val="0"/>
              </a:spcAft>
              <a:buClr>
                <a:schemeClr val="accent1"/>
              </a:buClr>
              <a:buSzPts val="2760"/>
              <a:buFont typeface="Arial"/>
              <a:buChar char="•"/>
            </a:pPr>
            <a:r>
              <a:rPr lang="en-US" sz="2400" cap="none">
                <a:solidFill>
                  <a:srgbClr val="262626"/>
                </a:solidFill>
                <a:latin typeface="Century Gothic"/>
                <a:ea typeface="Century Gothic"/>
                <a:cs typeface="Century Gothic"/>
                <a:sym typeface="Century Gothic"/>
              </a:rPr>
              <a:t>Storyboards are production tools to assist in </a:t>
            </a:r>
            <a:r>
              <a:rPr b="1" lang="en-US" sz="2400" cap="none">
                <a:solidFill>
                  <a:srgbClr val="262626"/>
                </a:solidFill>
                <a:latin typeface="Century Gothic"/>
                <a:ea typeface="Century Gothic"/>
                <a:cs typeface="Century Gothic"/>
                <a:sym typeface="Century Gothic"/>
              </a:rPr>
              <a:t>selling an idea</a:t>
            </a:r>
            <a:r>
              <a:rPr lang="en-US" sz="2400" cap="none">
                <a:solidFill>
                  <a:srgbClr val="262626"/>
                </a:solidFill>
                <a:latin typeface="Century Gothic"/>
                <a:ea typeface="Century Gothic"/>
                <a:cs typeface="Century Gothic"/>
                <a:sym typeface="Century Gothic"/>
              </a:rPr>
              <a:t>.</a:t>
            </a:r>
            <a:endParaRPr/>
          </a:p>
        </p:txBody>
      </p:sp>
      <p:pic>
        <p:nvPicPr>
          <p:cNvPr descr="Image result for storyboarding disney" id="215" name="Google Shape;215;p8"/>
          <p:cNvPicPr preferRelativeResize="0"/>
          <p:nvPr/>
        </p:nvPicPr>
        <p:blipFill rotWithShape="1">
          <a:blip r:embed="rId3">
            <a:alphaModFix/>
          </a:blip>
          <a:srcRect b="0" l="0" r="0" t="0"/>
          <a:stretch/>
        </p:blipFill>
        <p:spPr>
          <a:xfrm>
            <a:off x="4686300" y="3784701"/>
            <a:ext cx="3483198" cy="2365673"/>
          </a:xfrm>
          <a:prstGeom prst="rect">
            <a:avLst/>
          </a:prstGeom>
          <a:noFill/>
          <a:ln>
            <a:noFill/>
          </a:ln>
        </p:spPr>
      </p:pic>
      <p:pic>
        <p:nvPicPr>
          <p:cNvPr descr="Starwars Storyboard" id="216" name="Google Shape;216;p8"/>
          <p:cNvPicPr preferRelativeResize="0"/>
          <p:nvPr/>
        </p:nvPicPr>
        <p:blipFill rotWithShape="1">
          <a:blip r:embed="rId4">
            <a:alphaModFix/>
          </a:blip>
          <a:srcRect b="0" l="0" r="0" t="0"/>
          <a:stretch/>
        </p:blipFill>
        <p:spPr>
          <a:xfrm>
            <a:off x="715869" y="857249"/>
            <a:ext cx="3674601" cy="532408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1"/>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Visual Storytelling</a:t>
            </a:r>
            <a:endParaRPr/>
          </a:p>
        </p:txBody>
      </p:sp>
      <p:sp>
        <p:nvSpPr>
          <p:cNvPr id="239" name="Google Shape;239;p11"/>
          <p:cNvSpPr txBox="1"/>
          <p:nvPr>
            <p:ph idx="1" type="body"/>
          </p:nvPr>
        </p:nvSpPr>
        <p:spPr>
          <a:xfrm>
            <a:off x="7485681" y="3452282"/>
            <a:ext cx="3410916" cy="28723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b="1" lang="en-US"/>
              <a:t>Who</a:t>
            </a:r>
            <a:r>
              <a:rPr lang="en-US"/>
              <a:t> is this character?</a:t>
            </a:r>
            <a:endParaRPr/>
          </a:p>
          <a:p>
            <a:pPr indent="-285750" lvl="0" marL="285750" rtl="0" algn="l">
              <a:spcBef>
                <a:spcPts val="1080"/>
              </a:spcBef>
              <a:spcAft>
                <a:spcPts val="0"/>
              </a:spcAft>
              <a:buSzPts val="2760"/>
              <a:buChar char="•"/>
            </a:pPr>
            <a:r>
              <a:rPr b="1" lang="en-US"/>
              <a:t>Where</a:t>
            </a:r>
            <a:r>
              <a:rPr lang="en-US"/>
              <a:t> is he playing pool?</a:t>
            </a:r>
            <a:endParaRPr/>
          </a:p>
          <a:p>
            <a:pPr indent="-285750" lvl="0" marL="285750" rtl="0" algn="l">
              <a:spcBef>
                <a:spcPts val="1080"/>
              </a:spcBef>
              <a:spcAft>
                <a:spcPts val="0"/>
              </a:spcAft>
              <a:buSzPts val="2760"/>
              <a:buChar char="•"/>
            </a:pPr>
            <a:r>
              <a:rPr lang="en-US"/>
              <a:t>Who is he playing </a:t>
            </a:r>
            <a:r>
              <a:rPr b="1" lang="en-US"/>
              <a:t>against</a:t>
            </a:r>
            <a:r>
              <a:rPr lang="en-US"/>
              <a:t>?</a:t>
            </a:r>
            <a:endParaRPr/>
          </a:p>
          <a:p>
            <a:pPr indent="-110490" lvl="0" marL="285750" rtl="0" algn="l">
              <a:spcBef>
                <a:spcPts val="1080"/>
              </a:spcBef>
              <a:spcAft>
                <a:spcPts val="0"/>
              </a:spcAft>
              <a:buSzPts val="2760"/>
              <a:buNone/>
            </a:pPr>
            <a:r>
              <a:t/>
            </a:r>
            <a:endParaRPr/>
          </a:p>
        </p:txBody>
      </p:sp>
      <p:pic>
        <p:nvPicPr>
          <p:cNvPr descr="Image result for man leaning against pool table" id="240" name="Google Shape;240;p11"/>
          <p:cNvPicPr preferRelativeResize="0"/>
          <p:nvPr/>
        </p:nvPicPr>
        <p:blipFill rotWithShape="1">
          <a:blip r:embed="rId3">
            <a:alphaModFix/>
          </a:blip>
          <a:srcRect b="0" l="0" r="0" t="0"/>
          <a:stretch/>
        </p:blipFill>
        <p:spPr>
          <a:xfrm>
            <a:off x="1295402" y="2556932"/>
            <a:ext cx="5929597" cy="3333751"/>
          </a:xfrm>
          <a:prstGeom prst="rect">
            <a:avLst/>
          </a:prstGeom>
          <a:noFill/>
          <a:ln>
            <a:noFill/>
          </a:ln>
        </p:spPr>
      </p:pic>
      <p:sp>
        <p:nvSpPr>
          <p:cNvPr id="241" name="Google Shape;241;p11"/>
          <p:cNvSpPr txBox="1"/>
          <p:nvPr/>
        </p:nvSpPr>
        <p:spPr>
          <a:xfrm>
            <a:off x="7638080" y="2575981"/>
            <a:ext cx="3944319" cy="1166283"/>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2760"/>
              <a:buFont typeface="Arial"/>
              <a:buNone/>
            </a:pPr>
            <a:r>
              <a:rPr b="1" lang="en-US" sz="2400" cap="none">
                <a:solidFill>
                  <a:srgbClr val="262626"/>
                </a:solidFill>
                <a:latin typeface="Century Gothic"/>
                <a:ea typeface="Century Gothic"/>
                <a:cs typeface="Century Gothic"/>
                <a:sym typeface="Century Gothic"/>
              </a:rPr>
              <a:t>What questions can be answered?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2"/>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Visual Storytelling</a:t>
            </a:r>
            <a:endParaRPr/>
          </a:p>
        </p:txBody>
      </p:sp>
      <p:sp>
        <p:nvSpPr>
          <p:cNvPr id="248" name="Google Shape;248;p12"/>
          <p:cNvSpPr txBox="1"/>
          <p:nvPr>
            <p:ph idx="1" type="body"/>
          </p:nvPr>
        </p:nvSpPr>
        <p:spPr>
          <a:xfrm>
            <a:off x="7505700" y="2743200"/>
            <a:ext cx="4057650" cy="3132668"/>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760"/>
              <a:buNone/>
            </a:pPr>
            <a:r>
              <a:rPr lang="en-US">
                <a:solidFill>
                  <a:schemeClr val="dk1"/>
                </a:solidFill>
              </a:rPr>
              <a:t>The image conveys the intended message through </a:t>
            </a:r>
            <a:r>
              <a:rPr b="1" lang="en-US">
                <a:solidFill>
                  <a:schemeClr val="dk1"/>
                </a:solidFill>
              </a:rPr>
              <a:t>staging the character and props</a:t>
            </a:r>
            <a:r>
              <a:rPr lang="en-US">
                <a:solidFill>
                  <a:schemeClr val="dk1"/>
                </a:solidFill>
              </a:rPr>
              <a:t>, establishing the </a:t>
            </a:r>
            <a:r>
              <a:rPr b="1" lang="en-US">
                <a:solidFill>
                  <a:schemeClr val="dk1"/>
                </a:solidFill>
              </a:rPr>
              <a:t>background</a:t>
            </a:r>
            <a:r>
              <a:rPr lang="en-US">
                <a:solidFill>
                  <a:schemeClr val="dk1"/>
                </a:solidFill>
              </a:rPr>
              <a:t>, and portraying the </a:t>
            </a:r>
            <a:r>
              <a:rPr b="1" lang="en-US">
                <a:solidFill>
                  <a:schemeClr val="dk1"/>
                </a:solidFill>
              </a:rPr>
              <a:t>action</a:t>
            </a:r>
            <a:r>
              <a:rPr lang="en-US">
                <a:solidFill>
                  <a:schemeClr val="dk1"/>
                </a:solidFill>
              </a:rPr>
              <a:t>.</a:t>
            </a:r>
            <a:endParaRPr/>
          </a:p>
        </p:txBody>
      </p:sp>
      <p:pic>
        <p:nvPicPr>
          <p:cNvPr descr="Image result for man leaning against pool table" id="249" name="Google Shape;249;p12"/>
          <p:cNvPicPr preferRelativeResize="0"/>
          <p:nvPr/>
        </p:nvPicPr>
        <p:blipFill rotWithShape="1">
          <a:blip r:embed="rId3">
            <a:alphaModFix/>
          </a:blip>
          <a:srcRect b="0" l="0" r="0" t="0"/>
          <a:stretch/>
        </p:blipFill>
        <p:spPr>
          <a:xfrm>
            <a:off x="1295402" y="2556932"/>
            <a:ext cx="5929597" cy="33337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3"/>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Linear vs. Nonlinear Storytelling</a:t>
            </a:r>
            <a:endParaRPr/>
          </a:p>
        </p:txBody>
      </p:sp>
      <p:sp>
        <p:nvSpPr>
          <p:cNvPr id="256" name="Google Shape;256;p13"/>
          <p:cNvSpPr txBox="1"/>
          <p:nvPr>
            <p:ph idx="1" type="body"/>
          </p:nvPr>
        </p:nvSpPr>
        <p:spPr>
          <a:xfrm>
            <a:off x="7620000" y="3028950"/>
            <a:ext cx="3276596"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Movies</a:t>
            </a:r>
            <a:endParaRPr/>
          </a:p>
          <a:p>
            <a:pPr indent="-285750" lvl="0" marL="285750" rtl="0" algn="l">
              <a:spcBef>
                <a:spcPts val="1080"/>
              </a:spcBef>
              <a:spcAft>
                <a:spcPts val="0"/>
              </a:spcAft>
              <a:buSzPts val="2760"/>
              <a:buChar char="•"/>
            </a:pPr>
            <a:r>
              <a:rPr lang="en-US"/>
              <a:t>Animation</a:t>
            </a:r>
            <a:endParaRPr/>
          </a:p>
          <a:p>
            <a:pPr indent="-285750" lvl="0" marL="285750" rtl="0" algn="l">
              <a:spcBef>
                <a:spcPts val="1080"/>
              </a:spcBef>
              <a:spcAft>
                <a:spcPts val="0"/>
              </a:spcAft>
              <a:buSzPts val="2760"/>
              <a:buChar char="•"/>
            </a:pPr>
            <a:r>
              <a:rPr lang="en-US"/>
              <a:t>Comics</a:t>
            </a:r>
            <a:endParaRPr/>
          </a:p>
        </p:txBody>
      </p:sp>
      <p:pic>
        <p:nvPicPr>
          <p:cNvPr descr="Image result for movie audience" id="257" name="Google Shape;257;p13"/>
          <p:cNvPicPr preferRelativeResize="0"/>
          <p:nvPr/>
        </p:nvPicPr>
        <p:blipFill rotWithShape="1">
          <a:blip r:embed="rId3">
            <a:alphaModFix/>
          </a:blip>
          <a:srcRect b="0" l="0" r="0" t="0"/>
          <a:stretch/>
        </p:blipFill>
        <p:spPr>
          <a:xfrm>
            <a:off x="1295402" y="2837392"/>
            <a:ext cx="5219700" cy="30384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4"/>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Linear vs. Nonlinear Storytelling</a:t>
            </a:r>
            <a:endParaRPr/>
          </a:p>
        </p:txBody>
      </p:sp>
      <p:sp>
        <p:nvSpPr>
          <p:cNvPr id="264" name="Google Shape;264;p14"/>
          <p:cNvSpPr txBox="1"/>
          <p:nvPr>
            <p:ph idx="1" type="body"/>
          </p:nvPr>
        </p:nvSpPr>
        <p:spPr>
          <a:xfrm>
            <a:off x="7981950" y="3028950"/>
            <a:ext cx="2914646"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Games</a:t>
            </a:r>
            <a:endParaRPr/>
          </a:p>
          <a:p>
            <a:pPr indent="-285750" lvl="0" marL="285750" rtl="0" algn="l">
              <a:spcBef>
                <a:spcPts val="1080"/>
              </a:spcBef>
              <a:spcAft>
                <a:spcPts val="0"/>
              </a:spcAft>
              <a:buSzPts val="2760"/>
              <a:buChar char="•"/>
            </a:pPr>
            <a:r>
              <a:rPr lang="en-US"/>
              <a:t>Interactive Applications</a:t>
            </a:r>
            <a:endParaRPr/>
          </a:p>
          <a:p>
            <a:pPr indent="-285750" lvl="0" marL="285750" rtl="0" algn="l">
              <a:spcBef>
                <a:spcPts val="1080"/>
              </a:spcBef>
              <a:spcAft>
                <a:spcPts val="0"/>
              </a:spcAft>
              <a:buSzPts val="2760"/>
              <a:buChar char="•"/>
            </a:pPr>
            <a:r>
              <a:rPr lang="en-US"/>
              <a:t>Some forms of theater or art</a:t>
            </a:r>
            <a:endParaRPr/>
          </a:p>
        </p:txBody>
      </p:sp>
      <p:pic>
        <p:nvPicPr>
          <p:cNvPr descr="Image result for playing video games" id="265" name="Google Shape;265;p14"/>
          <p:cNvPicPr preferRelativeResize="0"/>
          <p:nvPr/>
        </p:nvPicPr>
        <p:blipFill rotWithShape="1">
          <a:blip r:embed="rId3">
            <a:alphaModFix/>
          </a:blip>
          <a:srcRect b="0" l="0" r="0" t="0"/>
          <a:stretch/>
        </p:blipFill>
        <p:spPr>
          <a:xfrm>
            <a:off x="1200148" y="2860598"/>
            <a:ext cx="6099175" cy="299622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Storytelling through Visuals</a:t>
            </a:r>
            <a:endParaRPr/>
          </a:p>
        </p:txBody>
      </p:sp>
      <p:sp>
        <p:nvSpPr>
          <p:cNvPr id="279" name="Google Shape;279;p16"/>
          <p:cNvSpPr txBox="1"/>
          <p:nvPr>
            <p:ph idx="1" type="body"/>
          </p:nvPr>
        </p:nvSpPr>
        <p:spPr>
          <a:xfrm>
            <a:off x="1447800" y="3028950"/>
            <a:ext cx="9448796"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Storyboarding and storytelling is about </a:t>
            </a:r>
            <a:r>
              <a:rPr b="1" lang="en-US"/>
              <a:t>communication</a:t>
            </a:r>
            <a:endParaRPr/>
          </a:p>
          <a:p>
            <a:pPr indent="-285750" lvl="0" marL="285750" rtl="0" algn="l">
              <a:spcBef>
                <a:spcPts val="1080"/>
              </a:spcBef>
              <a:spcAft>
                <a:spcPts val="0"/>
              </a:spcAft>
              <a:buSzPts val="2760"/>
              <a:buChar char="•"/>
            </a:pPr>
            <a:r>
              <a:rPr lang="en-US"/>
              <a:t>draws an audience into the story.</a:t>
            </a:r>
            <a:endParaRPr/>
          </a:p>
          <a:p>
            <a:pPr indent="-285750" lvl="0" marL="285750" rtl="0" algn="l">
              <a:spcBef>
                <a:spcPts val="1080"/>
              </a:spcBef>
              <a:spcAft>
                <a:spcPts val="0"/>
              </a:spcAft>
              <a:buSzPts val="2760"/>
              <a:buChar char="•"/>
            </a:pPr>
            <a:r>
              <a:rPr lang="en-US"/>
              <a:t>Visuals </a:t>
            </a:r>
            <a:r>
              <a:rPr b="1" lang="en-US"/>
              <a:t>deliver story and message</a:t>
            </a:r>
            <a:endParaRPr/>
          </a:p>
          <a:p>
            <a:pPr indent="-285750" lvl="0" marL="285750" rtl="0" algn="l">
              <a:spcBef>
                <a:spcPts val="1080"/>
              </a:spcBef>
              <a:spcAft>
                <a:spcPts val="0"/>
              </a:spcAft>
              <a:buSzPts val="2760"/>
              <a:buChar char="•"/>
            </a:pPr>
            <a:r>
              <a:rPr lang="en-US"/>
              <a:t>Also a perspective of this story and message.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7"/>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Show, don’t Tell.</a:t>
            </a:r>
            <a:endParaRPr/>
          </a:p>
        </p:txBody>
      </p:sp>
      <p:sp>
        <p:nvSpPr>
          <p:cNvPr id="286" name="Google Shape;286;p17"/>
          <p:cNvSpPr txBox="1"/>
          <p:nvPr>
            <p:ph idx="1" type="body"/>
          </p:nvPr>
        </p:nvSpPr>
        <p:spPr>
          <a:xfrm>
            <a:off x="971550" y="3028950"/>
            <a:ext cx="4438650"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solidFill>
                  <a:schemeClr val="dk1"/>
                </a:solidFill>
              </a:rPr>
              <a:t>If you </a:t>
            </a:r>
            <a:r>
              <a:rPr b="1" lang="en-US">
                <a:solidFill>
                  <a:schemeClr val="dk1"/>
                </a:solidFill>
              </a:rPr>
              <a:t>tell</a:t>
            </a:r>
            <a:r>
              <a:rPr lang="en-US">
                <a:solidFill>
                  <a:schemeClr val="dk1"/>
                </a:solidFill>
              </a:rPr>
              <a:t> a story, you try to entice the audience into imagining its content.</a:t>
            </a:r>
            <a:endParaRPr/>
          </a:p>
          <a:p>
            <a:pPr indent="-110490" lvl="0" marL="285750" rtl="0" algn="l">
              <a:spcBef>
                <a:spcPts val="1080"/>
              </a:spcBef>
              <a:spcAft>
                <a:spcPts val="0"/>
              </a:spcAft>
              <a:buSzPts val="2760"/>
              <a:buNone/>
            </a:pPr>
            <a:r>
              <a:t/>
            </a:r>
            <a:endParaRPr>
              <a:solidFill>
                <a:schemeClr val="dk1"/>
              </a:solidFill>
            </a:endParaRPr>
          </a:p>
          <a:p>
            <a:pPr indent="-110490" lvl="0" marL="285750" rtl="0" algn="l">
              <a:spcBef>
                <a:spcPts val="1080"/>
              </a:spcBef>
              <a:spcAft>
                <a:spcPts val="0"/>
              </a:spcAft>
              <a:buSzPts val="2760"/>
              <a:buNone/>
            </a:pPr>
            <a:r>
              <a:t/>
            </a:r>
            <a:endParaRPr>
              <a:solidFill>
                <a:schemeClr val="dk1"/>
              </a:solidFill>
            </a:endParaRPr>
          </a:p>
        </p:txBody>
      </p:sp>
      <p:pic>
        <p:nvPicPr>
          <p:cNvPr descr="Image result for storyteller" id="287" name="Google Shape;287;p17"/>
          <p:cNvPicPr preferRelativeResize="0"/>
          <p:nvPr/>
        </p:nvPicPr>
        <p:blipFill rotWithShape="1">
          <a:blip r:embed="rId3">
            <a:alphaModFix/>
          </a:blip>
          <a:srcRect b="0" l="0" r="0" t="0"/>
          <a:stretch/>
        </p:blipFill>
        <p:spPr>
          <a:xfrm>
            <a:off x="5657846" y="2709333"/>
            <a:ext cx="5238750" cy="34861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9"/>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Show, don’t Tell.</a:t>
            </a:r>
            <a:endParaRPr/>
          </a:p>
        </p:txBody>
      </p:sp>
      <p:sp>
        <p:nvSpPr>
          <p:cNvPr id="302" name="Google Shape;302;p19"/>
          <p:cNvSpPr txBox="1"/>
          <p:nvPr>
            <p:ph idx="1" type="body"/>
          </p:nvPr>
        </p:nvSpPr>
        <p:spPr>
          <a:xfrm>
            <a:off x="723900" y="3028950"/>
            <a:ext cx="4933946" cy="3166534"/>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solidFill>
                  <a:schemeClr val="dk1"/>
                </a:solidFill>
              </a:rPr>
              <a:t>when you </a:t>
            </a:r>
            <a:r>
              <a:rPr b="1" lang="en-US">
                <a:solidFill>
                  <a:schemeClr val="dk1"/>
                </a:solidFill>
              </a:rPr>
              <a:t>show</a:t>
            </a:r>
            <a:r>
              <a:rPr lang="en-US">
                <a:solidFill>
                  <a:schemeClr val="dk1"/>
                </a:solidFill>
              </a:rPr>
              <a:t> a story, you are </a:t>
            </a:r>
            <a:r>
              <a:rPr b="1" lang="en-US">
                <a:solidFill>
                  <a:schemeClr val="dk1"/>
                </a:solidFill>
              </a:rPr>
              <a:t>molding</a:t>
            </a:r>
            <a:r>
              <a:rPr lang="en-US">
                <a:solidFill>
                  <a:schemeClr val="dk1"/>
                </a:solidFill>
              </a:rPr>
              <a:t> the message into </a:t>
            </a:r>
            <a:r>
              <a:rPr b="1" lang="en-US">
                <a:solidFill>
                  <a:schemeClr val="dk1"/>
                </a:solidFill>
              </a:rPr>
              <a:t>visual imagery</a:t>
            </a:r>
            <a:endParaRPr/>
          </a:p>
        </p:txBody>
      </p:sp>
      <p:pic>
        <p:nvPicPr>
          <p:cNvPr descr="Image result for storyteller" id="303" name="Google Shape;303;p19"/>
          <p:cNvPicPr preferRelativeResize="0"/>
          <p:nvPr/>
        </p:nvPicPr>
        <p:blipFill rotWithShape="1">
          <a:blip r:embed="rId3">
            <a:alphaModFix/>
          </a:blip>
          <a:srcRect b="0" l="0" r="0" t="0"/>
          <a:stretch/>
        </p:blipFill>
        <p:spPr>
          <a:xfrm>
            <a:off x="5657846" y="2709333"/>
            <a:ext cx="5238750" cy="348615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0"/>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b="1" lang="en-US"/>
              <a:t>Telling Example:</a:t>
            </a:r>
            <a:endParaRPr/>
          </a:p>
        </p:txBody>
      </p:sp>
      <p:sp>
        <p:nvSpPr>
          <p:cNvPr id="309" name="Google Shape;309;p20"/>
          <p:cNvSpPr txBox="1"/>
          <p:nvPr>
            <p:ph idx="1" type="body"/>
          </p:nvPr>
        </p:nvSpPr>
        <p:spPr>
          <a:xfrm>
            <a:off x="1066800" y="2556932"/>
            <a:ext cx="10439400" cy="331893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760"/>
              <a:buNone/>
            </a:pPr>
            <a:r>
              <a:t/>
            </a:r>
            <a:endParaRPr/>
          </a:p>
          <a:p>
            <a:pPr indent="0" lvl="0" marL="0" rtl="0" algn="l">
              <a:spcBef>
                <a:spcPts val="1080"/>
              </a:spcBef>
              <a:spcAft>
                <a:spcPts val="0"/>
              </a:spcAft>
              <a:buSzPts val="2760"/>
              <a:buNone/>
            </a:pPr>
            <a:r>
              <a:rPr lang="en-US"/>
              <a:t>Jake, who was considered the bully of the neighborhood, stood on the corner of 10th and Main in his blue jeans, black T-shirt, and a cigarette pack rolled up in his sleeve. </a:t>
            </a:r>
            <a:endParaRPr/>
          </a:p>
          <a:p>
            <a:pPr indent="0" lvl="0" marL="0" rtl="0" algn="l">
              <a:spcBef>
                <a:spcPts val="1080"/>
              </a:spcBef>
              <a:spcAft>
                <a:spcPts val="0"/>
              </a:spcAft>
              <a:buSzPts val="2760"/>
              <a:buNone/>
            </a:pPr>
            <a:r>
              <a:rPr lang="en-US"/>
              <a:t>The rest of the kids avoided the corner where Jake stood. They were intimidated by the high school dropout who derived pleasure from flicking the burning embers of his cigarette into the hair of any kid who crossed his path.</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1"/>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b="1" lang="en-US"/>
              <a:t>Showing Example:</a:t>
            </a:r>
            <a:endParaRPr/>
          </a:p>
        </p:txBody>
      </p:sp>
      <p:sp>
        <p:nvSpPr>
          <p:cNvPr id="316" name="Google Shape;316;p21"/>
          <p:cNvSpPr txBox="1"/>
          <p:nvPr>
            <p:ph idx="1" type="body"/>
          </p:nvPr>
        </p:nvSpPr>
        <p:spPr>
          <a:xfrm>
            <a:off x="1085850" y="2571750"/>
            <a:ext cx="10020300" cy="37528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760"/>
              <a:buNone/>
            </a:pPr>
            <a:r>
              <a:t/>
            </a:r>
            <a:endParaRPr/>
          </a:p>
          <a:p>
            <a:pPr indent="0" lvl="0" marL="0" rtl="0" algn="l">
              <a:spcBef>
                <a:spcPts val="1080"/>
              </a:spcBef>
              <a:spcAft>
                <a:spcPts val="0"/>
              </a:spcAft>
              <a:buSzPts val="2760"/>
              <a:buNone/>
            </a:pPr>
            <a:r>
              <a:rPr lang="en-US"/>
              <a:t>Jake, a burly teen with pock marks on his cheeks and a skull tattoo scroll across his bicep, kicks a scuffed military boot in the dirt. </a:t>
            </a:r>
            <a:endParaRPr/>
          </a:p>
          <a:p>
            <a:pPr indent="0" lvl="0" marL="0" rtl="0" algn="l">
              <a:spcBef>
                <a:spcPts val="1080"/>
              </a:spcBef>
              <a:spcAft>
                <a:spcPts val="0"/>
              </a:spcAft>
              <a:buSzPts val="2760"/>
              <a:buNone/>
            </a:pPr>
            <a:r>
              <a:rPr lang="en-US"/>
              <a:t>The dust circles his feet as he pulls a cigarette from behind his ear and slips it between his lips. His eyes dart to several schoolchildren that are standing in single file line waiting for their bus. He settles his gaze on a pint-size boy with a space rangers backpack slung over his small shoulders. Jake smirks as he takes a long drag from his cigarette and quickly steps forward toward the boy.</a:t>
            </a:r>
            <a:endParaRPr/>
          </a:p>
          <a:p>
            <a:pPr indent="0" lvl="0" marL="0" rtl="0" algn="l">
              <a:spcBef>
                <a:spcPts val="1080"/>
              </a:spcBef>
              <a:spcAft>
                <a:spcPts val="0"/>
              </a:spcAft>
              <a:buSzPts val="2760"/>
              <a:buNone/>
            </a:pPr>
            <a:r>
              <a:rPr lang="en-US"/>
              <a: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65"/>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Description</a:t>
            </a:r>
            <a:endParaRPr/>
          </a:p>
        </p:txBody>
      </p:sp>
      <p:pic>
        <p:nvPicPr>
          <p:cNvPr descr="Image result for changeling angelina jolie child's room" id="650" name="Google Shape;650;p65"/>
          <p:cNvPicPr preferRelativeResize="0"/>
          <p:nvPr>
            <p:ph idx="1" type="body"/>
          </p:nvPr>
        </p:nvPicPr>
        <p:blipFill rotWithShape="1">
          <a:blip r:embed="rId3">
            <a:alphaModFix/>
          </a:blip>
          <a:srcRect b="0" l="0" r="383" t="0"/>
          <a:stretch/>
        </p:blipFill>
        <p:spPr>
          <a:xfrm>
            <a:off x="1295402" y="2557463"/>
            <a:ext cx="4406898" cy="3317875"/>
          </a:xfrm>
          <a:prstGeom prst="rect">
            <a:avLst/>
          </a:prstGeom>
          <a:noFill/>
          <a:ln>
            <a:noFill/>
          </a:ln>
        </p:spPr>
      </p:pic>
      <p:sp>
        <p:nvSpPr>
          <p:cNvPr id="651" name="Google Shape;651;p65"/>
          <p:cNvSpPr txBox="1"/>
          <p:nvPr/>
        </p:nvSpPr>
        <p:spPr>
          <a:xfrm>
            <a:off x="6273800" y="3390900"/>
            <a:ext cx="4406900"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entury Gothic"/>
                <a:ea typeface="Century Gothic"/>
                <a:cs typeface="Century Gothic"/>
                <a:sym typeface="Century Gothic"/>
              </a:rPr>
              <a:t>Image of a mother absently touching frayed toys in a child's room is much richer than explaining verbally that the child no longer lives at home.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6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Description</a:t>
            </a:r>
            <a:endParaRPr/>
          </a:p>
        </p:txBody>
      </p:sp>
      <p:pic>
        <p:nvPicPr>
          <p:cNvPr descr="Image result for changeling angelina jolie child's room" id="658" name="Google Shape;658;p66"/>
          <p:cNvPicPr preferRelativeResize="0"/>
          <p:nvPr>
            <p:ph idx="1" type="body"/>
          </p:nvPr>
        </p:nvPicPr>
        <p:blipFill rotWithShape="1">
          <a:blip r:embed="rId3">
            <a:alphaModFix/>
          </a:blip>
          <a:srcRect b="0" l="0" r="383" t="0"/>
          <a:stretch/>
        </p:blipFill>
        <p:spPr>
          <a:xfrm>
            <a:off x="1295402" y="2557463"/>
            <a:ext cx="4406898" cy="3317875"/>
          </a:xfrm>
          <a:prstGeom prst="rect">
            <a:avLst/>
          </a:prstGeom>
          <a:noFill/>
          <a:ln>
            <a:noFill/>
          </a:ln>
        </p:spPr>
      </p:pic>
      <p:sp>
        <p:nvSpPr>
          <p:cNvPr id="659" name="Google Shape;659;p66"/>
          <p:cNvSpPr txBox="1"/>
          <p:nvPr/>
        </p:nvSpPr>
        <p:spPr>
          <a:xfrm>
            <a:off x="6273800" y="2939127"/>
            <a:ext cx="4406900" cy="255454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Century Gothic"/>
                <a:ea typeface="Century Gothic"/>
                <a:cs typeface="Century Gothic"/>
                <a:sym typeface="Century Gothic"/>
              </a:rPr>
              <a:t>In other words:</a:t>
            </a:r>
            <a:endParaRPr/>
          </a:p>
          <a:p>
            <a:pPr indent="0" lvl="0" marL="0" marR="0" rtl="0" algn="l">
              <a:spcBef>
                <a:spcPts val="0"/>
              </a:spcBef>
              <a:spcAft>
                <a:spcPts val="0"/>
              </a:spcAft>
              <a:buNone/>
            </a:pPr>
            <a:r>
              <a:t/>
            </a:r>
            <a:endParaRPr sz="20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2000">
                <a:solidFill>
                  <a:schemeClr val="dk1"/>
                </a:solidFill>
                <a:latin typeface="Century Gothic"/>
                <a:ea typeface="Century Gothic"/>
                <a:cs typeface="Century Gothic"/>
                <a:sym typeface="Century Gothic"/>
              </a:rPr>
              <a:t>A picture is worth a thousand words</a:t>
            </a:r>
            <a:endParaRPr/>
          </a:p>
          <a:p>
            <a:pPr indent="0" lvl="0" marL="0" marR="0" rtl="0" algn="l">
              <a:spcBef>
                <a:spcPts val="0"/>
              </a:spcBef>
              <a:spcAft>
                <a:spcPts val="0"/>
              </a:spcAft>
              <a:buNone/>
            </a:pPr>
            <a:r>
              <a:t/>
            </a:r>
            <a:endParaRPr sz="20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2000">
                <a:solidFill>
                  <a:schemeClr val="dk1"/>
                </a:solidFill>
                <a:latin typeface="Century Gothic"/>
                <a:ea typeface="Century Gothic"/>
                <a:cs typeface="Century Gothic"/>
                <a:sym typeface="Century Gothic"/>
              </a:rPr>
              <a:t>Leave enough in there to inform, but let the audience decide how they feel.</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3"/>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Elements of a Story</a:t>
            </a:r>
            <a:endParaRPr/>
          </a:p>
        </p:txBody>
      </p:sp>
      <p:sp>
        <p:nvSpPr>
          <p:cNvPr id="332" name="Google Shape;332;p23"/>
          <p:cNvSpPr txBox="1"/>
          <p:nvPr>
            <p:ph idx="1" type="body"/>
          </p:nvPr>
        </p:nvSpPr>
        <p:spPr>
          <a:xfrm>
            <a:off x="6724650" y="2838450"/>
            <a:ext cx="4381500" cy="2819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800"/>
              <a:buNone/>
            </a:pPr>
            <a:r>
              <a:rPr lang="en-US" sz="2800">
                <a:solidFill>
                  <a:schemeClr val="dk1"/>
                </a:solidFill>
              </a:rPr>
              <a:t>Most stories start out as an </a:t>
            </a:r>
            <a:r>
              <a:rPr b="1" lang="en-US" sz="2800">
                <a:solidFill>
                  <a:schemeClr val="dk1"/>
                </a:solidFill>
              </a:rPr>
              <a:t>idea</a:t>
            </a:r>
            <a:r>
              <a:rPr lang="en-US" sz="2800">
                <a:solidFill>
                  <a:schemeClr val="dk1"/>
                </a:solidFill>
              </a:rPr>
              <a:t> without structure </a:t>
            </a:r>
            <a:r>
              <a:rPr i="1" lang="en-US" sz="2800">
                <a:solidFill>
                  <a:schemeClr val="dk1"/>
                </a:solidFill>
              </a:rPr>
              <a:t>(for example dreams)</a:t>
            </a:r>
            <a:endParaRPr/>
          </a:p>
        </p:txBody>
      </p:sp>
      <p:pic>
        <p:nvPicPr>
          <p:cNvPr descr="Image result for dream" id="333" name="Google Shape;333;p23"/>
          <p:cNvPicPr preferRelativeResize="0"/>
          <p:nvPr/>
        </p:nvPicPr>
        <p:blipFill rotWithShape="1">
          <a:blip r:embed="rId3">
            <a:alphaModFix/>
          </a:blip>
          <a:srcRect b="0" l="0" r="0" t="0"/>
          <a:stretch/>
        </p:blipFill>
        <p:spPr>
          <a:xfrm>
            <a:off x="1619250" y="2669391"/>
            <a:ext cx="4670424" cy="327020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Watch This</a:t>
            </a:r>
            <a:endParaRPr/>
          </a:p>
        </p:txBody>
      </p:sp>
      <p:sp>
        <p:nvSpPr>
          <p:cNvPr id="279" name="Google Shape;279;p16"/>
          <p:cNvSpPr txBox="1"/>
          <p:nvPr>
            <p:ph idx="1" type="body"/>
          </p:nvPr>
        </p:nvSpPr>
        <p:spPr>
          <a:xfrm>
            <a:off x="1447800" y="3028950"/>
            <a:ext cx="9448796"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One complete sequence, start to finish</a:t>
            </a:r>
            <a:endParaRPr/>
          </a:p>
          <a:p>
            <a:pPr indent="-285750" lvl="0" marL="285750" rtl="0" algn="l">
              <a:spcBef>
                <a:spcPts val="0"/>
              </a:spcBef>
              <a:spcAft>
                <a:spcPts val="0"/>
              </a:spcAft>
              <a:buSzPts val="2760"/>
              <a:buChar char="•"/>
            </a:pPr>
            <a:r>
              <a:rPr lang="en-US"/>
              <a:t>Watch it once</a:t>
            </a:r>
            <a:endParaRPr/>
          </a:p>
          <a:p>
            <a:pPr indent="-285750" lvl="0" marL="285750" rtl="0" algn="l">
              <a:spcBef>
                <a:spcPts val="0"/>
              </a:spcBef>
              <a:spcAft>
                <a:spcPts val="0"/>
              </a:spcAft>
              <a:buSzPts val="2760"/>
              <a:buChar char="•"/>
            </a:pPr>
            <a:r>
              <a:rPr lang="en-US"/>
              <a:t>Don't take notes</a:t>
            </a:r>
            <a:endParaRPr/>
          </a:p>
          <a:p>
            <a:pPr indent="-285750" lvl="0" marL="285750" rtl="0" algn="l">
              <a:spcBef>
                <a:spcPts val="0"/>
              </a:spcBef>
              <a:spcAft>
                <a:spcPts val="0"/>
              </a:spcAft>
              <a:buSzPts val="2760"/>
              <a:buChar char="•"/>
            </a:pPr>
            <a:r>
              <a:rPr lang="en-US"/>
              <a:t>Just watch it the way an audience would</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Now Break It Down</a:t>
            </a:r>
            <a:endParaRPr/>
          </a:p>
        </p:txBody>
      </p:sp>
      <p:sp>
        <p:nvSpPr>
          <p:cNvPr id="279" name="Google Shape;279;p16"/>
          <p:cNvSpPr txBox="1"/>
          <p:nvPr>
            <p:ph idx="1" type="body"/>
          </p:nvPr>
        </p:nvSpPr>
        <p:spPr>
          <a:xfrm>
            <a:off x="1447800" y="3028950"/>
            <a:ext cx="9448796"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Where does it start?</a:t>
            </a:r>
            <a:endParaRPr/>
          </a:p>
          <a:p>
            <a:pPr indent="-285750" lvl="0" marL="285750" rtl="0" algn="l">
              <a:spcBef>
                <a:spcPts val="0"/>
              </a:spcBef>
              <a:spcAft>
                <a:spcPts val="0"/>
              </a:spcAft>
              <a:buSzPts val="2760"/>
              <a:buChar char="•"/>
            </a:pPr>
            <a:r>
              <a:rPr lang="en-US"/>
              <a:t>What is the first thing that changes?</a:t>
            </a:r>
            <a:endParaRPr/>
          </a:p>
          <a:p>
            <a:pPr indent="-285750" lvl="0" marL="285750" rtl="0" algn="l">
              <a:spcBef>
                <a:spcPts val="0"/>
              </a:spcBef>
              <a:spcAft>
                <a:spcPts val="0"/>
              </a:spcAft>
              <a:buSzPts val="2760"/>
              <a:buChar char="•"/>
            </a:pPr>
            <a:r>
              <a:rPr lang="en-US"/>
              <a:t>What does the character want?</a:t>
            </a:r>
            <a:endParaRPr/>
          </a:p>
          <a:p>
            <a:pPr indent="-285750" lvl="0" marL="285750" rtl="0" algn="l">
              <a:spcBef>
                <a:spcPts val="0"/>
              </a:spcBef>
              <a:spcAft>
                <a:spcPts val="0"/>
              </a:spcAft>
              <a:buSzPts val="2760"/>
              <a:buChar char="•"/>
            </a:pPr>
            <a:r>
              <a:rPr lang="en-US"/>
              <a:t>What stops them?</a:t>
            </a:r>
            <a:endParaRPr/>
          </a:p>
          <a:p>
            <a:pPr indent="-285750" lvl="0" marL="285750" rtl="0" algn="l">
              <a:spcBef>
                <a:spcPts val="0"/>
              </a:spcBef>
              <a:spcAft>
                <a:spcPts val="0"/>
              </a:spcAft>
              <a:buSzPts val="2760"/>
              <a:buChar char="•"/>
            </a:pPr>
            <a:r>
              <a:rPr lang="en-US"/>
              <a:t>Where does it turn?</a:t>
            </a:r>
            <a:endParaRPr/>
          </a:p>
          <a:p>
            <a:pPr indent="-285750" lvl="0" marL="285750" rtl="0" algn="l">
              <a:spcBef>
                <a:spcPts val="0"/>
              </a:spcBef>
              <a:spcAft>
                <a:spcPts val="0"/>
              </a:spcAft>
              <a:buSzPts val="2760"/>
              <a:buChar char="•"/>
            </a:pPr>
            <a:r>
              <a:rPr lang="en-US"/>
              <a:t>How does it end?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1"/>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b="1" lang="en-US"/>
              <a:t>Dramatic Structure:</a:t>
            </a:r>
            <a:endParaRPr/>
          </a:p>
        </p:txBody>
      </p:sp>
      <p:sp>
        <p:nvSpPr>
          <p:cNvPr id="397" name="Google Shape;397;p31"/>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3680"/>
              <a:buNone/>
            </a:pPr>
            <a:r>
              <a:t/>
            </a:r>
            <a:endParaRPr b="1" sz="3200"/>
          </a:p>
          <a:p>
            <a:pPr indent="-285750" lvl="0" marL="285750" rtl="0" algn="l">
              <a:spcBef>
                <a:spcPts val="1240"/>
              </a:spcBef>
              <a:spcAft>
                <a:spcPts val="0"/>
              </a:spcAft>
              <a:buSzPts val="3680"/>
              <a:buChar char="•"/>
            </a:pPr>
            <a:r>
              <a:rPr lang="en-US" sz="3200"/>
              <a:t>as the </a:t>
            </a:r>
            <a:r>
              <a:rPr b="1" lang="en-US" sz="3200"/>
              <a:t>beginning</a:t>
            </a:r>
            <a:r>
              <a:rPr lang="en-US" sz="3200"/>
              <a:t>, </a:t>
            </a:r>
            <a:r>
              <a:rPr b="1" lang="en-US" sz="3200"/>
              <a:t>middle</a:t>
            </a:r>
            <a:r>
              <a:rPr lang="en-US" sz="3200"/>
              <a:t>, and </a:t>
            </a:r>
            <a:r>
              <a:rPr b="1" lang="en-US" sz="3200"/>
              <a:t>end</a:t>
            </a:r>
            <a:r>
              <a:rPr lang="en-US" sz="3200"/>
              <a:t>, </a:t>
            </a:r>
            <a:endParaRPr/>
          </a:p>
          <a:p>
            <a:pPr indent="-285750" lvl="0" marL="285750" rtl="0" algn="l">
              <a:spcBef>
                <a:spcPts val="1240"/>
              </a:spcBef>
              <a:spcAft>
                <a:spcPts val="0"/>
              </a:spcAft>
              <a:buSzPts val="3680"/>
              <a:buChar char="•"/>
            </a:pPr>
            <a:r>
              <a:rPr b="1" lang="en-US" sz="3200"/>
              <a:t>act 1</a:t>
            </a:r>
            <a:r>
              <a:rPr lang="en-US" sz="3200"/>
              <a:t>, </a:t>
            </a:r>
            <a:r>
              <a:rPr b="1" lang="en-US" sz="3200"/>
              <a:t>act 2, </a:t>
            </a:r>
            <a:r>
              <a:rPr lang="en-US" sz="3200"/>
              <a:t>and </a:t>
            </a:r>
            <a:r>
              <a:rPr b="1" lang="en-US" sz="3200"/>
              <a:t>act 3</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2"/>
          <p:cNvSpPr txBox="1"/>
          <p:nvPr>
            <p:ph type="title"/>
          </p:nvPr>
        </p:nvSpPr>
        <p:spPr>
          <a:xfrm>
            <a:off x="1295402" y="1049866"/>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The Beginning</a:t>
            </a:r>
            <a:endParaRPr/>
          </a:p>
        </p:txBody>
      </p:sp>
      <p:pic>
        <p:nvPicPr>
          <p:cNvPr descr="Image result for interest curve in storytelling" id="472" name="Google Shape;472;p42"/>
          <p:cNvPicPr preferRelativeResize="0"/>
          <p:nvPr/>
        </p:nvPicPr>
        <p:blipFill rotWithShape="1">
          <a:blip r:embed="rId3">
            <a:alphaModFix/>
          </a:blip>
          <a:srcRect b="0" l="0" r="0" t="0"/>
          <a:stretch/>
        </p:blipFill>
        <p:spPr>
          <a:xfrm>
            <a:off x="543408" y="2800350"/>
            <a:ext cx="3760662" cy="2904067"/>
          </a:xfrm>
          <a:prstGeom prst="rect">
            <a:avLst/>
          </a:prstGeom>
          <a:noFill/>
          <a:ln>
            <a:noFill/>
          </a:ln>
        </p:spPr>
      </p:pic>
      <p:sp>
        <p:nvSpPr>
          <p:cNvPr id="473" name="Google Shape;473;p42"/>
          <p:cNvSpPr txBox="1"/>
          <p:nvPr/>
        </p:nvSpPr>
        <p:spPr>
          <a:xfrm>
            <a:off x="6343651" y="2533650"/>
            <a:ext cx="4552947"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Interest Curve:</a:t>
            </a:r>
            <a:endParaRPr/>
          </a:p>
          <a:p>
            <a:pPr indent="0" lvl="0" marL="0" marR="0" rtl="0" algn="l">
              <a:spcBef>
                <a:spcPts val="0"/>
              </a:spcBef>
              <a:spcAft>
                <a:spcPts val="0"/>
              </a:spcAft>
              <a:buNone/>
            </a:pPr>
            <a:r>
              <a:t/>
            </a:r>
            <a:endParaRPr sz="24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2400">
                <a:solidFill>
                  <a:schemeClr val="dk1"/>
                </a:solidFill>
                <a:latin typeface="Century Gothic"/>
                <a:ea typeface="Century Gothic"/>
                <a:cs typeface="Century Gothic"/>
                <a:sym typeface="Century Gothic"/>
              </a:rPr>
              <a:t>“The quality of an entertainment experience can be measured by the extent to which its unfolding sequence of events is able to hold a guest’s interest”</a:t>
            </a:r>
            <a:endParaRPr/>
          </a:p>
          <a:p>
            <a:pPr indent="0" lvl="0" marL="0" marR="0" rtl="0" algn="l">
              <a:spcBef>
                <a:spcPts val="0"/>
              </a:spcBef>
              <a:spcAft>
                <a:spcPts val="0"/>
              </a:spcAft>
              <a:buNone/>
            </a:pPr>
            <a:r>
              <a:t/>
            </a:r>
            <a:endParaRPr sz="24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i="1" lang="en-US" sz="1400">
                <a:solidFill>
                  <a:schemeClr val="dk1"/>
                </a:solidFill>
                <a:latin typeface="Century Gothic"/>
                <a:ea typeface="Century Gothic"/>
                <a:cs typeface="Century Gothic"/>
                <a:sym typeface="Century Gothic"/>
              </a:rPr>
              <a:t>- Jesse Schell ( Art of Game Design)</a:t>
            </a:r>
            <a:endParaRPr/>
          </a:p>
        </p:txBody>
      </p:sp>
      <p:pic>
        <p:nvPicPr>
          <p:cNvPr descr="https://vignette.wikia.nocookie.net/game-studies/images/b/b3/Wind_waker_interest_curve.png/revision/latest?cb=20131204150921" id="474" name="Google Shape;474;p42"/>
          <p:cNvPicPr preferRelativeResize="0"/>
          <p:nvPr/>
        </p:nvPicPr>
        <p:blipFill rotWithShape="1">
          <a:blip r:embed="rId4">
            <a:alphaModFix/>
          </a:blip>
          <a:srcRect b="0" l="0" r="0" t="0"/>
          <a:stretch/>
        </p:blipFill>
        <p:spPr>
          <a:xfrm rot="-5400000">
            <a:off x="3386258" y="3271544"/>
            <a:ext cx="3875204" cy="203958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The Hook</a:t>
            </a:r>
            <a:endParaRPr/>
          </a:p>
        </p:txBody>
      </p:sp>
      <p:sp>
        <p:nvSpPr>
          <p:cNvPr id="279" name="Google Shape;279;p16"/>
          <p:cNvSpPr txBox="1"/>
          <p:nvPr>
            <p:ph idx="1" type="body"/>
          </p:nvPr>
        </p:nvSpPr>
        <p:spPr>
          <a:xfrm>
            <a:off x="1447800" y="3028950"/>
            <a:ext cx="9448796"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The opening beat that raises a question</a:t>
            </a:r>
            <a:endParaRPr/>
          </a:p>
          <a:p>
            <a:pPr indent="-285750" lvl="0" marL="285750" rtl="0" algn="l">
              <a:spcBef>
                <a:spcPts val="0"/>
              </a:spcBef>
              <a:spcAft>
                <a:spcPts val="0"/>
              </a:spcAft>
              <a:buSzPts val="2760"/>
              <a:buChar char="•"/>
            </a:pPr>
            <a:r>
              <a:rPr lang="en-US"/>
              <a:t>A murder, a stranger arriving, an eviction notice, a door left open</a:t>
            </a:r>
            <a:endParaRPr/>
          </a:p>
          <a:p>
            <a:pPr indent="-285750" lvl="0" marL="285750" rtl="0" algn="l">
              <a:spcBef>
                <a:spcPts val="0"/>
              </a:spcBef>
              <a:spcAft>
                <a:spcPts val="0"/>
              </a:spcAft>
              <a:buSzPts val="2760"/>
              <a:buChar char="•"/>
            </a:pPr>
            <a:r>
              <a:rPr lang="en-US"/>
              <a:t>It does not have to be big</a:t>
            </a:r>
            <a:endParaRPr/>
          </a:p>
          <a:p>
            <a:pPr indent="-285750" lvl="0" marL="285750" rtl="0" algn="l">
              <a:spcBef>
                <a:spcPts val="0"/>
              </a:spcBef>
              <a:spcAft>
                <a:spcPts val="0"/>
              </a:spcAft>
              <a:buSzPts val="2760"/>
              <a:buChar char="•"/>
            </a:pPr>
            <a:r>
              <a:rPr lang="en-US"/>
              <a:t>It has to be unanswered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Joseph Campbell and the Monomyth</a:t>
            </a:r>
            <a:endParaRPr/>
          </a:p>
        </p:txBody>
      </p:sp>
      <p:sp>
        <p:nvSpPr>
          <p:cNvPr id="279" name="Google Shape;279;p16"/>
          <p:cNvSpPr txBox="1"/>
          <p:nvPr>
            <p:ph idx="1" type="body"/>
          </p:nvPr>
        </p:nvSpPr>
        <p:spPr>
          <a:xfrm>
            <a:off x="1447800" y="3028950"/>
            <a:ext cx="9448796"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The Hero with a Thousand Faces, 1949</a:t>
            </a:r>
            <a:endParaRPr/>
          </a:p>
          <a:p>
            <a:pPr indent="-285750" lvl="0" marL="285750" rtl="0" algn="l">
              <a:spcBef>
                <a:spcPts val="0"/>
              </a:spcBef>
              <a:spcAft>
                <a:spcPts val="0"/>
              </a:spcAft>
              <a:buSzPts val="2760"/>
              <a:buChar char="•"/>
            </a:pPr>
            <a:r>
              <a:rPr lang="en-US"/>
              <a:t>The same pattern appears in hero myths across unrelated cultures</a:t>
            </a:r>
            <a:endParaRPr/>
          </a:p>
          <a:p>
            <a:pPr indent="-285750" lvl="0" marL="285750" rtl="0" algn="l">
              <a:spcBef>
                <a:spcPts val="0"/>
              </a:spcBef>
              <a:spcAft>
                <a:spcPts val="0"/>
              </a:spcAft>
              <a:buSzPts val="2760"/>
              <a:buChar char="•"/>
            </a:pPr>
            <a:r>
              <a:rPr lang="en-US"/>
              <a:t>You are not here to learn to write</a:t>
            </a:r>
            <a:endParaRPr/>
          </a:p>
          <a:p>
            <a:pPr indent="-285750" lvl="0" marL="285750" rtl="0" algn="l">
              <a:spcBef>
                <a:spcPts val="0"/>
              </a:spcBef>
              <a:spcAft>
                <a:spcPts val="0"/>
              </a:spcAft>
              <a:buSzPts val="2760"/>
              <a:buChar char="•"/>
            </a:pPr>
            <a:r>
              <a:rPr lang="en-US"/>
              <a:t>You are here because every stage of it is a staging problem</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pic>
        <p:nvPicPr>
          <p:cNvPr descr="Image result for joseph campbell hero's journey" id="409" name="Google Shape;409;p33"/>
          <p:cNvPicPr preferRelativeResize="0"/>
          <p:nvPr/>
        </p:nvPicPr>
        <p:blipFill rotWithShape="1">
          <a:blip r:embed="rId3">
            <a:alphaModFix/>
          </a:blip>
          <a:srcRect b="0" l="0" r="0" t="0"/>
          <a:stretch/>
        </p:blipFill>
        <p:spPr>
          <a:xfrm>
            <a:off x="2514600" y="718493"/>
            <a:ext cx="7236931" cy="543465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Ordinary World  →  How Do You Show "Normal"?</a:t>
            </a:r>
            <a:endParaRPr/>
          </a:p>
        </p:txBody>
      </p:sp>
      <p:sp>
        <p:nvSpPr>
          <p:cNvPr id="279" name="Google Shape;279;p16"/>
          <p:cNvSpPr txBox="1"/>
          <p:nvPr>
            <p:ph idx="1" type="body"/>
          </p:nvPr>
        </p:nvSpPr>
        <p:spPr>
          <a:xfrm>
            <a:off x="1447800" y="3028950"/>
            <a:ext cx="9448796"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Wide establishing shots, neutral eye level</a:t>
            </a:r>
            <a:endParaRPr/>
          </a:p>
          <a:p>
            <a:pPr indent="-285750" lvl="0" marL="285750" rtl="0" algn="l">
              <a:spcBef>
                <a:spcPts val="0"/>
              </a:spcBef>
              <a:spcAft>
                <a:spcPts val="0"/>
              </a:spcAft>
              <a:buSzPts val="2760"/>
              <a:buChar char="•"/>
            </a:pPr>
            <a:r>
              <a:rPr lang="en-US"/>
              <a:t>Repetition and routine as visual rhythm</a:t>
            </a:r>
            <a:endParaRPr/>
          </a:p>
          <a:p>
            <a:pPr indent="-285750" lvl="0" marL="285750" rtl="0" algn="l">
              <a:spcBef>
                <a:spcPts val="0"/>
              </a:spcBef>
              <a:spcAft>
                <a:spcPts val="0"/>
              </a:spcAft>
              <a:buSzPts val="2760"/>
              <a:buChar char="•"/>
            </a:pPr>
            <a:r>
              <a:rPr lang="en-US"/>
              <a:t>Frame the hero slightly out of place — off-centre, wrong scale, alone in a crowd</a:t>
            </a:r>
            <a:endParaRPr/>
          </a:p>
          <a:p>
            <a:pPr indent="-285750" lvl="0" marL="285750" rtl="0" algn="l">
              <a:spcBef>
                <a:spcPts val="0"/>
              </a:spcBef>
              <a:spcAft>
                <a:spcPts val="0"/>
              </a:spcAft>
              <a:buSzPts val="2760"/>
              <a:buChar char="•"/>
            </a:pPr>
            <a:r>
              <a:rPr lang="en-US"/>
              <a:t>Luke on Tatooine  ·  Shrek's swamp  ·  the Shire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Call to Adventure  →  Break the Pattern</a:t>
            </a:r>
            <a:endParaRPr/>
          </a:p>
        </p:txBody>
      </p:sp>
      <p:sp>
        <p:nvSpPr>
          <p:cNvPr id="279" name="Google Shape;279;p16"/>
          <p:cNvSpPr txBox="1"/>
          <p:nvPr>
            <p:ph idx="1" type="body"/>
          </p:nvPr>
        </p:nvSpPr>
        <p:spPr>
          <a:xfrm>
            <a:off x="1447800" y="3028950"/>
            <a:ext cx="9448796"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A cut that violates the rhythm you just built</a:t>
            </a:r>
            <a:endParaRPr/>
          </a:p>
          <a:p>
            <a:pPr indent="-285750" lvl="0" marL="285750" rtl="0" algn="l">
              <a:spcBef>
                <a:spcPts val="0"/>
              </a:spcBef>
              <a:spcAft>
                <a:spcPts val="0"/>
              </a:spcAft>
              <a:buSzPts val="2760"/>
              <a:buChar char="•"/>
            </a:pPr>
            <a:r>
              <a:rPr lang="en-US"/>
              <a:t>Something enters frame that does not belong</a:t>
            </a:r>
            <a:endParaRPr/>
          </a:p>
          <a:p>
            <a:pPr indent="-285750" lvl="0" marL="285750" rtl="0" algn="l">
              <a:spcBef>
                <a:spcPts val="0"/>
              </a:spcBef>
              <a:spcAft>
                <a:spcPts val="0"/>
              </a:spcAft>
              <a:buSzPts val="2760"/>
              <a:buChar char="•"/>
            </a:pPr>
            <a:r>
              <a:rPr lang="en-US"/>
              <a:t>A change in shot size as an alarm</a:t>
            </a:r>
            <a:endParaRPr/>
          </a:p>
          <a:p>
            <a:pPr indent="-285750" lvl="0" marL="285750" rtl="0" algn="l">
              <a:spcBef>
                <a:spcPts val="0"/>
              </a:spcBef>
              <a:spcAft>
                <a:spcPts val="0"/>
              </a:spcAft>
              <a:buSzPts val="2760"/>
              <a:buChar char="•"/>
            </a:pPr>
            <a:r>
              <a:rPr lang="en-US"/>
              <a:t>The audience should feel the break before they understand it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Refusal  →  Staging Hesitation</a:t>
            </a:r>
            <a:endParaRPr/>
          </a:p>
        </p:txBody>
      </p:sp>
      <p:sp>
        <p:nvSpPr>
          <p:cNvPr id="279" name="Google Shape;279;p16"/>
          <p:cNvSpPr txBox="1"/>
          <p:nvPr>
            <p:ph idx="1" type="body"/>
          </p:nvPr>
        </p:nvSpPr>
        <p:spPr>
          <a:xfrm>
            <a:off x="1447800" y="3028950"/>
            <a:ext cx="9448796"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Blocking that moves away from the goal</a:t>
            </a:r>
            <a:endParaRPr/>
          </a:p>
          <a:p>
            <a:pPr indent="-285750" lvl="0" marL="285750" rtl="0" algn="l">
              <a:spcBef>
                <a:spcPts val="0"/>
              </a:spcBef>
              <a:spcAft>
                <a:spcPts val="0"/>
              </a:spcAft>
              <a:buSzPts val="2760"/>
              <a:buChar char="•"/>
            </a:pPr>
            <a:r>
              <a:rPr lang="en-US"/>
              <a:t>Thresholds the character does not cross — doorways, gates, edges</a:t>
            </a:r>
            <a:endParaRPr/>
          </a:p>
          <a:p>
            <a:pPr indent="-285750" lvl="0" marL="285750" rtl="0" algn="l">
              <a:spcBef>
                <a:spcPts val="0"/>
              </a:spcBef>
              <a:spcAft>
                <a:spcPts val="0"/>
              </a:spcAft>
              <a:buSzPts val="2760"/>
              <a:buChar char="•"/>
            </a:pPr>
            <a:r>
              <a:rPr lang="en-US"/>
              <a:t>Held shots: reluctance reads as duration</a:t>
            </a:r>
            <a:endParaRPr/>
          </a:p>
          <a:p>
            <a:pPr indent="-285750" lvl="0" marL="285750" rtl="0" algn="l">
              <a:spcBef>
                <a:spcPts val="0"/>
              </a:spcBef>
              <a:spcAft>
                <a:spcPts val="0"/>
              </a:spcAft>
              <a:buSzPts val="2760"/>
              <a:buChar char="•"/>
            </a:pPr>
            <a:r>
              <a:rPr lang="en-US"/>
              <a:t>Without the refusal, there is no decision — and no story</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Crossing the Threshold  →  Make It Literal</a:t>
            </a:r>
            <a:endParaRPr/>
          </a:p>
        </p:txBody>
      </p:sp>
      <p:sp>
        <p:nvSpPr>
          <p:cNvPr id="279" name="Google Shape;279;p16"/>
          <p:cNvSpPr txBox="1"/>
          <p:nvPr>
            <p:ph idx="1" type="body"/>
          </p:nvPr>
        </p:nvSpPr>
        <p:spPr>
          <a:xfrm>
            <a:off x="1447800" y="3028950"/>
            <a:ext cx="9448796"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Doors, gates, tunnels, horizons, the water's edge, the ramp of a ship</a:t>
            </a:r>
            <a:endParaRPr/>
          </a:p>
          <a:p>
            <a:pPr indent="-285750" lvl="0" marL="285750" rtl="0" algn="l">
              <a:spcBef>
                <a:spcPts val="0"/>
              </a:spcBef>
              <a:spcAft>
                <a:spcPts val="0"/>
              </a:spcAft>
              <a:buSzPts val="2760"/>
              <a:buChar char="•"/>
            </a:pPr>
            <a:r>
              <a:rPr lang="en-US"/>
              <a:t>The most reliably visual moment in the entire structure</a:t>
            </a:r>
            <a:endParaRPr/>
          </a:p>
          <a:p>
            <a:pPr indent="-285750" lvl="0" marL="285750" rtl="0" algn="l">
              <a:spcBef>
                <a:spcPts val="0"/>
              </a:spcBef>
              <a:spcAft>
                <a:spcPts val="0"/>
              </a:spcAft>
              <a:buSzPts val="2760"/>
              <a:buChar char="•"/>
            </a:pPr>
            <a:r>
              <a:rPr lang="en-US"/>
              <a:t>The wardrobe  ·  the rabbit hole  ·  the Falcon's ramp  ·  the bridge in Spirited Away</a:t>
            </a:r>
            <a:endParaRPr/>
          </a:p>
          <a:p>
            <a:pPr indent="-285750" lvl="0" marL="285750" rtl="0" algn="l">
              <a:spcBef>
                <a:spcPts val="0"/>
              </a:spcBef>
              <a:spcAft>
                <a:spcPts val="0"/>
              </a:spcAft>
              <a:buSzPts val="2760"/>
              <a:buChar char="•"/>
            </a:pPr>
            <a:r>
              <a:rPr lang="en-US"/>
              <a:t>The metaphor is already a set — build it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The New World  →  Re-establish Everything</a:t>
            </a:r>
            <a:endParaRPr/>
          </a:p>
        </p:txBody>
      </p:sp>
      <p:sp>
        <p:nvSpPr>
          <p:cNvPr id="279" name="Google Shape;279;p16"/>
          <p:cNvSpPr txBox="1"/>
          <p:nvPr>
            <p:ph idx="1" type="body"/>
          </p:nvPr>
        </p:nvSpPr>
        <p:spPr>
          <a:xfrm>
            <a:off x="1447800" y="3028950"/>
            <a:ext cx="9448796"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New establishing shots — the audience has no map</a:t>
            </a:r>
            <a:endParaRPr/>
          </a:p>
          <a:p>
            <a:pPr indent="-285750" lvl="0" marL="285750" rtl="0" algn="l">
              <a:spcBef>
                <a:spcPts val="0"/>
              </a:spcBef>
              <a:spcAft>
                <a:spcPts val="0"/>
              </a:spcAft>
              <a:buSzPts val="2760"/>
              <a:buChar char="•"/>
            </a:pPr>
            <a:r>
              <a:rPr lang="en-US"/>
              <a:t>Deliberately contrast the visual language of Act One</a:t>
            </a:r>
            <a:endParaRPr/>
          </a:p>
          <a:p>
            <a:pPr indent="-285750" lvl="0" marL="285750" rtl="0" algn="l">
              <a:spcBef>
                <a:spcPts val="0"/>
              </a:spcBef>
              <a:spcAft>
                <a:spcPts val="0"/>
              </a:spcAft>
              <a:buSzPts val="2760"/>
              <a:buChar char="•"/>
            </a:pPr>
            <a:r>
              <a:rPr lang="en-US"/>
              <a:t>Change camera height, value range, density, lens behaviour</a:t>
            </a:r>
            <a:endParaRPr/>
          </a:p>
          <a:p>
            <a:pPr indent="-285750" lvl="0" marL="285750" rtl="0" algn="l">
              <a:spcBef>
                <a:spcPts val="0"/>
              </a:spcBef>
              <a:spcAft>
                <a:spcPts val="0"/>
              </a:spcAft>
              <a:buSzPts val="2760"/>
              <a:buChar char="•"/>
            </a:pPr>
            <a:r>
              <a:rPr lang="en-US"/>
              <a:t>Scale shots: the hero small in frame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Tests, Allies, Enemies  →  Escalation You Can See</a:t>
            </a:r>
            <a:endParaRPr/>
          </a:p>
        </p:txBody>
      </p:sp>
      <p:sp>
        <p:nvSpPr>
          <p:cNvPr id="279" name="Google Shape;279;p16"/>
          <p:cNvSpPr txBox="1"/>
          <p:nvPr>
            <p:ph idx="1" type="body"/>
          </p:nvPr>
        </p:nvSpPr>
        <p:spPr>
          <a:xfrm>
            <a:off x="1447800" y="3028950"/>
            <a:ext cx="9448796"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Each test staged tighter, faster, or higher than the last</a:t>
            </a:r>
            <a:endParaRPr/>
          </a:p>
          <a:p>
            <a:pPr indent="-285750" lvl="0" marL="285750" rtl="0" algn="l">
              <a:spcBef>
                <a:spcPts val="0"/>
              </a:spcBef>
              <a:spcAft>
                <a:spcPts val="0"/>
              </a:spcAft>
              <a:buSzPts val="2760"/>
              <a:buChar char="•"/>
            </a:pPr>
            <a:r>
              <a:rPr lang="en-US"/>
              <a:t>Repeat a setup and change one variable</a:t>
            </a:r>
            <a:endParaRPr/>
          </a:p>
          <a:p>
            <a:pPr indent="-285750" lvl="0" marL="285750" rtl="0" algn="l">
              <a:spcBef>
                <a:spcPts val="0"/>
              </a:spcBef>
              <a:spcAft>
                <a:spcPts val="0"/>
              </a:spcAft>
              <a:buSzPts val="2760"/>
              <a:buChar char="•"/>
            </a:pPr>
            <a:r>
              <a:rPr lang="en-US"/>
              <a:t>The audience reads the difference without being told</a:t>
            </a:r>
            <a:endParaRPr/>
          </a:p>
          <a:p>
            <a:pPr indent="-285750" lvl="0" marL="285750" rtl="0" algn="l">
              <a:spcBef>
                <a:spcPts val="0"/>
              </a:spcBef>
              <a:spcAft>
                <a:spcPts val="0"/>
              </a:spcAft>
              <a:buSzPts val="2760"/>
              <a:buChar char="•"/>
            </a:pPr>
            <a:r>
              <a:rPr lang="en-US"/>
              <a:t>If shot 40 looks like shot 10, it does not feel harder</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The Ordeal  →  The Climax Needs Its Own Grammar</a:t>
            </a:r>
            <a:endParaRPr/>
          </a:p>
        </p:txBody>
      </p:sp>
      <p:sp>
        <p:nvSpPr>
          <p:cNvPr id="279" name="Google Shape;279;p16"/>
          <p:cNvSpPr txBox="1"/>
          <p:nvPr>
            <p:ph idx="1" type="body"/>
          </p:nvPr>
        </p:nvSpPr>
        <p:spPr>
          <a:xfrm>
            <a:off x="1447800" y="3028950"/>
            <a:ext cx="9448796"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Your widest and your tightest shot probably both live here</a:t>
            </a:r>
            <a:endParaRPr/>
          </a:p>
          <a:p>
            <a:pPr indent="-285750" lvl="0" marL="285750" rtl="0" algn="l">
              <a:spcBef>
                <a:spcPts val="0"/>
              </a:spcBef>
              <a:spcAft>
                <a:spcPts val="0"/>
              </a:spcAft>
              <a:buSzPts val="2760"/>
              <a:buChar char="•"/>
            </a:pPr>
            <a:r>
              <a:rPr lang="en-US"/>
              <a:t>The cutting rate changes</a:t>
            </a:r>
            <a:endParaRPr/>
          </a:p>
          <a:p>
            <a:pPr indent="-285750" lvl="0" marL="285750" rtl="0" algn="l">
              <a:spcBef>
                <a:spcPts val="0"/>
              </a:spcBef>
              <a:spcAft>
                <a:spcPts val="0"/>
              </a:spcAft>
              <a:buSzPts val="2760"/>
              <a:buChar char="•"/>
            </a:pPr>
            <a:r>
              <a:rPr lang="en-US"/>
              <a:t>This is where you spend your best drawing</a:t>
            </a:r>
            <a:endParaRPr/>
          </a:p>
          <a:p>
            <a:pPr indent="-285750" lvl="0" marL="285750" rtl="0" algn="l">
              <a:spcBef>
                <a:spcPts val="0"/>
              </a:spcBef>
              <a:spcAft>
                <a:spcPts val="0"/>
              </a:spcAft>
              <a:buSzPts val="2760"/>
              <a:buChar char="•"/>
            </a:pPr>
            <a:r>
              <a:rPr lang="en-US"/>
              <a:t>Budget your effort — if everything is emphasised, nothing is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The Return  →  The Visual Echo</a:t>
            </a:r>
            <a:endParaRPr/>
          </a:p>
        </p:txBody>
      </p:sp>
      <p:sp>
        <p:nvSpPr>
          <p:cNvPr id="279" name="Google Shape;279;p16"/>
          <p:cNvSpPr txBox="1"/>
          <p:nvPr>
            <p:ph idx="1" type="body"/>
          </p:nvPr>
        </p:nvSpPr>
        <p:spPr>
          <a:xfrm>
            <a:off x="1447800" y="3028950"/>
            <a:ext cx="9448796"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Repeat a shot from Act One and change what it means</a:t>
            </a:r>
            <a:endParaRPr/>
          </a:p>
          <a:p>
            <a:pPr indent="-285750" lvl="0" marL="285750" rtl="0" algn="l">
              <a:spcBef>
                <a:spcPts val="0"/>
              </a:spcBef>
              <a:spcAft>
                <a:spcPts val="0"/>
              </a:spcAft>
              <a:buSzPts val="2760"/>
              <a:buChar char="•"/>
            </a:pPr>
            <a:r>
              <a:rPr lang="en-US"/>
              <a:t>Same framing. Different character standing in it.</a:t>
            </a:r>
            <a:endParaRPr/>
          </a:p>
          <a:p>
            <a:pPr indent="-285750" lvl="0" marL="285750" rtl="0" algn="l">
              <a:spcBef>
                <a:spcPts val="0"/>
              </a:spcBef>
              <a:spcAft>
                <a:spcPts val="0"/>
              </a:spcAft>
              <a:buSzPts val="2760"/>
              <a:buChar char="•"/>
            </a:pPr>
            <a:r>
              <a:rPr lang="en-US"/>
              <a:t>The binary sunset in Star Wars</a:t>
            </a:r>
            <a:endParaRPr/>
          </a:p>
          <a:p>
            <a:pPr indent="-285750" lvl="0" marL="285750" rtl="0" algn="l">
              <a:spcBef>
                <a:spcPts val="0"/>
              </a:spcBef>
              <a:spcAft>
                <a:spcPts val="0"/>
              </a:spcAft>
              <a:buSzPts val="2760"/>
              <a:buChar char="•"/>
            </a:pPr>
            <a:r>
              <a:rPr lang="en-US"/>
              <a:t>The most satisfying tool you own — and it costs nothing but planning</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70"/>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Storyboards</a:t>
            </a:r>
            <a:endParaRPr/>
          </a:p>
        </p:txBody>
      </p:sp>
      <p:sp>
        <p:nvSpPr>
          <p:cNvPr id="689" name="Google Shape;689;p70"/>
          <p:cNvSpPr txBox="1"/>
          <p:nvPr/>
        </p:nvSpPr>
        <p:spPr>
          <a:xfrm>
            <a:off x="1295402" y="2781300"/>
            <a:ext cx="9601196" cy="286232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entury Gothic"/>
                <a:ea typeface="Century Gothic"/>
                <a:cs typeface="Century Gothic"/>
                <a:sym typeface="Century Gothic"/>
              </a:rPr>
              <a:t>Series of sketches that are used as a planning tool</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entury Gothic"/>
                <a:ea typeface="Century Gothic"/>
                <a:cs typeface="Century Gothic"/>
                <a:sym typeface="Century Gothic"/>
              </a:rPr>
              <a:t>Visually shows how the action of a story unfolds. </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entury Gothic"/>
                <a:ea typeface="Century Gothic"/>
                <a:cs typeface="Century Gothic"/>
                <a:sym typeface="Century Gothic"/>
              </a:rPr>
              <a:t>Facilitates production.</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entury Gothic"/>
                <a:ea typeface="Century Gothic"/>
                <a:cs typeface="Century Gothic"/>
                <a:sym typeface="Century Gothic"/>
              </a:rPr>
              <a:t>Main purpose – to clearly convey the narrative flow of a story by defining the challenges and problems of a project. </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entury Gothic"/>
                <a:ea typeface="Century Gothic"/>
                <a:cs typeface="Century Gothic"/>
                <a:sym typeface="Century Gothic"/>
              </a:rPr>
              <a:t>Understanding the elements is critical.</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71"/>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Who uses Storyboards?</a:t>
            </a:r>
            <a:endParaRPr/>
          </a:p>
        </p:txBody>
      </p:sp>
      <p:sp>
        <p:nvSpPr>
          <p:cNvPr id="696" name="Google Shape;696;p71"/>
          <p:cNvSpPr txBox="1"/>
          <p:nvPr/>
        </p:nvSpPr>
        <p:spPr>
          <a:xfrm>
            <a:off x="1295402" y="2781300"/>
            <a:ext cx="9601196" cy="1477328"/>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entury Gothic"/>
                <a:ea typeface="Century Gothic"/>
                <a:cs typeface="Century Gothic"/>
                <a:sym typeface="Century Gothic"/>
              </a:rPr>
              <a:t>Advertising Campaigns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entury Gothic"/>
                <a:ea typeface="Century Gothic"/>
                <a:cs typeface="Century Gothic"/>
                <a:sym typeface="Century Gothic"/>
              </a:rPr>
              <a:t>Video Games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entury Gothic"/>
                <a:ea typeface="Century Gothic"/>
                <a:cs typeface="Century Gothic"/>
                <a:sym typeface="Century Gothic"/>
              </a:rPr>
              <a:t>Animations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entury Gothic"/>
                <a:ea typeface="Century Gothic"/>
                <a:cs typeface="Century Gothic"/>
                <a:sym typeface="Century Gothic"/>
              </a:rPr>
              <a:t>Feature Films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entury Gothic"/>
                <a:ea typeface="Century Gothic"/>
                <a:cs typeface="Century Gothic"/>
                <a:sym typeface="Century Gothic"/>
              </a:rPr>
              <a:t>Television Series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What Changes by Industry</a:t>
            </a:r>
            <a:endParaRPr/>
          </a:p>
        </p:txBody>
      </p:sp>
      <p:sp>
        <p:nvSpPr>
          <p:cNvPr id="279" name="Google Shape;279;p16"/>
          <p:cNvSpPr txBox="1"/>
          <p:nvPr>
            <p:ph idx="1" type="body"/>
          </p:nvPr>
        </p:nvSpPr>
        <p:spPr>
          <a:xfrm>
            <a:off x="1447800" y="3028950"/>
            <a:ext cx="9448796"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Animation — the boards ARE the film; everything downstream follows them</a:t>
            </a:r>
            <a:endParaRPr/>
          </a:p>
          <a:p>
            <a:pPr indent="-285750" lvl="0" marL="285750" rtl="0" algn="l">
              <a:spcBef>
                <a:spcPts val="0"/>
              </a:spcBef>
              <a:spcAft>
                <a:spcPts val="0"/>
              </a:spcAft>
              <a:buSzPts val="2760"/>
              <a:buChar char="•"/>
            </a:pPr>
            <a:r>
              <a:rPr lang="en-US"/>
              <a:t>Live action — usually only complex or expensive sequences get boarded</a:t>
            </a:r>
            <a:endParaRPr/>
          </a:p>
          <a:p>
            <a:pPr indent="-285750" lvl="0" marL="285750" rtl="0" algn="l">
              <a:spcBef>
                <a:spcPts val="0"/>
              </a:spcBef>
              <a:spcAft>
                <a:spcPts val="0"/>
              </a:spcAft>
              <a:buSzPts val="2760"/>
              <a:buChar char="•"/>
            </a:pPr>
            <a:r>
              <a:rPr lang="en-US"/>
              <a:t>Advertising — highly finished, key frames only, made to sell</a:t>
            </a:r>
            <a:endParaRPr/>
          </a:p>
          <a:p>
            <a:pPr indent="-285750" lvl="0" marL="285750" rtl="0" algn="l">
              <a:spcBef>
                <a:spcPts val="0"/>
              </a:spcBef>
              <a:spcAft>
                <a:spcPts val="0"/>
              </a:spcAft>
              <a:buSzPts val="2760"/>
              <a:buChar char="•"/>
            </a:pPr>
            <a:r>
              <a:rPr lang="en-US"/>
              <a:t>Games — cinematics, plus a set of problems we will spend a session on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Who You Would Be Working For</a:t>
            </a:r>
            <a:endParaRPr/>
          </a:p>
        </p:txBody>
      </p:sp>
      <p:sp>
        <p:nvSpPr>
          <p:cNvPr id="279" name="Google Shape;279;p16"/>
          <p:cNvSpPr txBox="1"/>
          <p:nvPr>
            <p:ph idx="1" type="body"/>
          </p:nvPr>
        </p:nvSpPr>
        <p:spPr>
          <a:xfrm>
            <a:off x="1447800" y="3028950"/>
            <a:ext cx="9448796"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Director  ·  production designer  ·  previs supervisor</a:t>
            </a:r>
            <a:endParaRPr/>
          </a:p>
          <a:p>
            <a:pPr indent="-285750" lvl="0" marL="285750" rtl="0" algn="l">
              <a:spcBef>
                <a:spcPts val="0"/>
              </a:spcBef>
              <a:spcAft>
                <a:spcPts val="0"/>
              </a:spcAft>
              <a:buSzPts val="2760"/>
              <a:buChar char="•"/>
            </a:pPr>
            <a:r>
              <a:rPr lang="en-US"/>
              <a:t>Animation director  ·  creative director</a:t>
            </a:r>
            <a:endParaRPr/>
          </a:p>
          <a:p>
            <a:pPr indent="-285750" lvl="0" marL="285750" rtl="0" algn="l">
              <a:spcBef>
                <a:spcPts val="0"/>
              </a:spcBef>
              <a:spcAft>
                <a:spcPts val="0"/>
              </a:spcAft>
              <a:buSzPts val="2760"/>
              <a:buChar char="•"/>
            </a:pPr>
            <a:r>
              <a:rPr lang="en-US"/>
              <a:t>In every case: someone else's vision</a:t>
            </a:r>
            <a:endParaRPr/>
          </a:p>
          <a:p>
            <a:pPr indent="-285750" lvl="0" marL="285750" rtl="0" algn="l">
              <a:spcBef>
                <a:spcPts val="0"/>
              </a:spcBef>
              <a:spcAft>
                <a:spcPts val="0"/>
              </a:spcAft>
              <a:buSzPts val="2760"/>
              <a:buChar char="•"/>
            </a:pPr>
            <a:r>
              <a:rPr lang="en-US"/>
              <a:t>Your job is to make it legible — and then to make it better</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"I Can't Draw"</a:t>
            </a:r>
            <a:endParaRPr/>
          </a:p>
        </p:txBody>
      </p:sp>
      <p:sp>
        <p:nvSpPr>
          <p:cNvPr id="279" name="Google Shape;279;p16"/>
          <p:cNvSpPr txBox="1"/>
          <p:nvPr>
            <p:ph idx="1" type="body"/>
          </p:nvPr>
        </p:nvSpPr>
        <p:spPr>
          <a:xfrm>
            <a:off x="1447800" y="3028950"/>
            <a:ext cx="9448796"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You are not being asked to draw</a:t>
            </a:r>
            <a:endParaRPr/>
          </a:p>
          <a:p>
            <a:pPr indent="-285750" lvl="0" marL="285750" rtl="0" algn="l">
              <a:spcBef>
                <a:spcPts val="0"/>
              </a:spcBef>
              <a:spcAft>
                <a:spcPts val="0"/>
              </a:spcAft>
              <a:buSzPts val="2760"/>
              <a:buChar char="•"/>
            </a:pPr>
            <a:r>
              <a:rPr lang="en-US"/>
              <a:t>You are being asked to NOTATE</a:t>
            </a:r>
            <a:endParaRPr/>
          </a:p>
          <a:p>
            <a:pPr indent="-285750" lvl="0" marL="285750" rtl="0" algn="l">
              <a:spcBef>
                <a:spcPts val="0"/>
              </a:spcBef>
              <a:spcAft>
                <a:spcPts val="0"/>
              </a:spcAft>
              <a:buSzPts val="2760"/>
              <a:buChar char="•"/>
            </a:pPr>
            <a:r>
              <a:rPr lang="en-US"/>
              <a:t>Remember the production boards from the start of class</a:t>
            </a:r>
            <a:endParaRPr/>
          </a:p>
          <a:p>
            <a:pPr indent="-285750" lvl="0" marL="285750" rtl="0" algn="l">
              <a:spcBef>
                <a:spcPts val="0"/>
              </a:spcBef>
              <a:spcAft>
                <a:spcPts val="0"/>
              </a:spcAft>
              <a:buSzPts val="2760"/>
              <a:buChar char="•"/>
            </a:pPr>
            <a:r>
              <a:rPr lang="en-US"/>
              <a:t>The bar is: can someone else understand this?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The Three-Shape Figure</a:t>
            </a:r>
            <a:endParaRPr/>
          </a:p>
        </p:txBody>
      </p:sp>
      <p:sp>
        <p:nvSpPr>
          <p:cNvPr id="279" name="Google Shape;279;p16"/>
          <p:cNvSpPr txBox="1"/>
          <p:nvPr>
            <p:ph idx="1" type="body"/>
          </p:nvPr>
        </p:nvSpPr>
        <p:spPr>
          <a:xfrm>
            <a:off x="1298448" y="6053328"/>
            <a:ext cx="9601200" cy="502920"/>
          </a:xfrm>
          <a:prstGeom prst="rect">
            <a:avLst/>
          </a:prstGeom>
          <a:noFill/>
          <a:ln>
            <a:noFill/>
          </a:ln>
        </p:spPr>
        <p:txBody>
          <a:bodyPr anchorCtr="0" anchor="t" bIns="45700" lIns="91425" spcFirstLastPara="1" rIns="91425" wrap="square" tIns="45700">
            <a:normAutofit/>
          </a:bodyPr>
          <a:lstStyle/>
          <a:p>
            <a:pPr indent="-285750" lvl="0" marL="285750" rtl="0" algn="ctr">
              <a:spcBef>
                <a:spcPts val="0"/>
              </a:spcBef>
              <a:spcAft>
                <a:spcPts val="0"/>
              </a:spcAft>
              <a:buSzPts val="2760"/>
              <a:defRPr sz="1500" i="1">
                <a:solidFill>
                  <a:srgbClr val="CC702D"/>
                </a:solidFill>
              </a:defRPr>
              <a:buNone/>
            </a:pPr>
            <a:r>
              <a:rPr lang="en-US"/>
              <a:t>Line of action first. Shapes second. Never the other way round.</a:t>
            </a:r>
            <a:endParaRPr/>
          </a:p>
        </p:txBody>
      </p:sp>
      <p:sp>
        <p:nvSpPr>
          <p:cNvPr id="280" name="TextBox 279"/>
          <p:cNvSpPr txBox="1"/>
          <p:nvPr/>
        </p:nvSpPr>
        <p:spPr>
          <a:xfrm>
            <a:off x="1554480" y="2148840"/>
            <a:ext cx="2377440" cy="320040"/>
          </a:xfrm>
          <a:prstGeom prst="rect">
            <a:avLst/>
          </a:prstGeom>
          <a:noFill/>
        </p:spPr>
        <p:txBody>
          <a:bodyPr wrap="square" anchor="ctr" lIns="0" rIns="0" tIns="0" bIns="0">
            <a:spAutoFit/>
          </a:bodyPr>
          <a:lstStyle/>
          <a:p>
            <a:pPr algn="ctr"/>
            <a:r>
              <a:rPr sz="1200" b="1" i="0">
                <a:solidFill>
                  <a:srgbClr val="CC702D"/>
                </a:solidFill>
              </a:rPr>
              <a:t>1 — LINE OF ACTION</a:t>
            </a:r>
          </a:p>
        </p:txBody>
      </p:sp>
      <p:cxnSp>
        <p:nvCxnSpPr>
          <p:cNvPr id="281" name="Connector 280"/>
          <p:cNvCxnSpPr/>
          <p:nvPr/>
        </p:nvCxnSpPr>
        <p:spPr>
          <a:xfrm>
            <a:off x="2633472" y="2788920"/>
            <a:ext cx="98010" cy="195942"/>
          </a:xfrm>
          <a:prstGeom prst="line">
            <a:avLst/>
          </a:prstGeom>
          <a:ln w="571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a:off x="2731482" y="2984862"/>
            <a:ext cx="91520" cy="195943"/>
          </a:xfrm>
          <a:prstGeom prst="line">
            <a:avLst/>
          </a:prstGeom>
          <a:ln w="571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a:off x="2823002" y="3180805"/>
            <a:ext cx="78968" cy="195943"/>
          </a:xfrm>
          <a:prstGeom prst="line">
            <a:avLst/>
          </a:prstGeom>
          <a:ln w="571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a:off x="2901970" y="3376748"/>
            <a:ext cx="61187" cy="195943"/>
          </a:xfrm>
          <a:prstGeom prst="line">
            <a:avLst/>
          </a:prstGeom>
          <a:ln w="571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a:off x="2963157" y="3572691"/>
            <a:ext cx="39353" cy="195943"/>
          </a:xfrm>
          <a:prstGeom prst="line">
            <a:avLst/>
          </a:prstGeom>
          <a:ln w="571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002510" y="3768634"/>
            <a:ext cx="14913" cy="195943"/>
          </a:xfrm>
          <a:prstGeom prst="line">
            <a:avLst/>
          </a:prstGeom>
          <a:ln w="571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flipH="1">
            <a:off x="3006908" y="3964577"/>
            <a:ext cx="10515" cy="195943"/>
          </a:xfrm>
          <a:prstGeom prst="line">
            <a:avLst/>
          </a:prstGeom>
          <a:ln w="571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flipH="1">
            <a:off x="2971662" y="4160520"/>
            <a:ext cx="35246" cy="195942"/>
          </a:xfrm>
          <a:prstGeom prst="line">
            <a:avLst/>
          </a:prstGeom>
          <a:ln w="571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flipH="1">
            <a:off x="2914020" y="4356462"/>
            <a:ext cx="57642" cy="195943"/>
          </a:xfrm>
          <a:prstGeom prst="line">
            <a:avLst/>
          </a:prstGeom>
          <a:ln w="571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flipH="1">
            <a:off x="2837797" y="4552405"/>
            <a:ext cx="76223" cy="195943"/>
          </a:xfrm>
          <a:prstGeom prst="line">
            <a:avLst/>
          </a:prstGeom>
          <a:ln w="571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flipH="1">
            <a:off x="2748043" y="4748348"/>
            <a:ext cx="89754" cy="195943"/>
          </a:xfrm>
          <a:prstGeom prst="line">
            <a:avLst/>
          </a:prstGeom>
          <a:ln w="571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flipH="1">
            <a:off x="2650702" y="4944291"/>
            <a:ext cx="97341" cy="195943"/>
          </a:xfrm>
          <a:prstGeom prst="line">
            <a:avLst/>
          </a:prstGeom>
          <a:ln w="571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flipH="1">
            <a:off x="2552219" y="5140234"/>
            <a:ext cx="98483" cy="195943"/>
          </a:xfrm>
          <a:prstGeom prst="line">
            <a:avLst/>
          </a:prstGeom>
          <a:ln w="571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flipH="1">
            <a:off x="2459117" y="5336177"/>
            <a:ext cx="93102" cy="195943"/>
          </a:xfrm>
          <a:prstGeom prst="line">
            <a:avLst/>
          </a:prstGeom>
          <a:ln w="57150">
            <a:solidFill>
              <a:srgbClr val="212121"/>
            </a:solidFill>
          </a:ln>
        </p:spPr>
        <p:style>
          <a:lnRef idx="2">
            <a:schemeClr val="accent1"/>
          </a:lnRef>
          <a:fillRef idx="0">
            <a:schemeClr val="accent1"/>
          </a:fillRef>
          <a:effectRef idx="1">
            <a:schemeClr val="accent1"/>
          </a:effectRef>
          <a:fontRef idx="minor">
            <a:schemeClr val="tx1"/>
          </a:fontRef>
        </p:style>
      </p:cxnSp>
      <p:sp>
        <p:nvSpPr>
          <p:cNvPr id="295" name="TextBox 294"/>
          <p:cNvSpPr txBox="1"/>
          <p:nvPr/>
        </p:nvSpPr>
        <p:spPr>
          <a:xfrm>
            <a:off x="4846320" y="2148840"/>
            <a:ext cx="2377440" cy="320040"/>
          </a:xfrm>
          <a:prstGeom prst="rect">
            <a:avLst/>
          </a:prstGeom>
          <a:noFill/>
        </p:spPr>
        <p:txBody>
          <a:bodyPr wrap="square" anchor="ctr" lIns="0" rIns="0" tIns="0" bIns="0">
            <a:spAutoFit/>
          </a:bodyPr>
          <a:lstStyle/>
          <a:p>
            <a:pPr algn="ctr"/>
            <a:r>
              <a:rPr sz="1200" b="1" i="0">
                <a:solidFill>
                  <a:srgbClr val="CC702D"/>
                </a:solidFill>
              </a:rPr>
              <a:t>2 — THREE SHAPES</a:t>
            </a:r>
          </a:p>
        </p:txBody>
      </p:sp>
      <p:cxnSp>
        <p:nvCxnSpPr>
          <p:cNvPr id="296" name="Connector 295"/>
          <p:cNvCxnSpPr/>
          <p:nvPr/>
        </p:nvCxnSpPr>
        <p:spPr>
          <a:xfrm>
            <a:off x="5925312" y="2788920"/>
            <a:ext cx="98010" cy="195942"/>
          </a:xfrm>
          <a:prstGeom prst="line">
            <a:avLst/>
          </a:prstGeom>
          <a:ln w="38100">
            <a:solidFill>
              <a:srgbClr val="CCCCCC"/>
            </a:solidFill>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6023322" y="2984862"/>
            <a:ext cx="91520" cy="195943"/>
          </a:xfrm>
          <a:prstGeom prst="line">
            <a:avLst/>
          </a:prstGeom>
          <a:ln w="38100">
            <a:solidFill>
              <a:srgbClr val="CCCCCC"/>
            </a:solidFill>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6114842" y="3180805"/>
            <a:ext cx="78968" cy="195943"/>
          </a:xfrm>
          <a:prstGeom prst="line">
            <a:avLst/>
          </a:prstGeom>
          <a:ln w="38100">
            <a:solidFill>
              <a:srgbClr val="CCCCCC"/>
            </a:solidFill>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6193810" y="3376748"/>
            <a:ext cx="61187" cy="195943"/>
          </a:xfrm>
          <a:prstGeom prst="line">
            <a:avLst/>
          </a:prstGeom>
          <a:ln w="38100">
            <a:solidFill>
              <a:srgbClr val="CCCCCC"/>
            </a:solidFill>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6254997" y="3572691"/>
            <a:ext cx="39353" cy="195943"/>
          </a:xfrm>
          <a:prstGeom prst="line">
            <a:avLst/>
          </a:prstGeom>
          <a:ln w="38100">
            <a:solidFill>
              <a:srgbClr val="CCCCCC"/>
            </a:solidFill>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6294350" y="3768634"/>
            <a:ext cx="14913" cy="195943"/>
          </a:xfrm>
          <a:prstGeom prst="line">
            <a:avLst/>
          </a:prstGeom>
          <a:ln w="38100">
            <a:solidFill>
              <a:srgbClr val="CCCCCC"/>
            </a:solidFill>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flipH="1">
            <a:off x="6298748" y="3964577"/>
            <a:ext cx="10515" cy="195943"/>
          </a:xfrm>
          <a:prstGeom prst="line">
            <a:avLst/>
          </a:prstGeom>
          <a:ln w="38100">
            <a:solidFill>
              <a:srgbClr val="CCCCCC"/>
            </a:solidFill>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flipH="1">
            <a:off x="6263502" y="4160520"/>
            <a:ext cx="35246" cy="195942"/>
          </a:xfrm>
          <a:prstGeom prst="line">
            <a:avLst/>
          </a:prstGeom>
          <a:ln w="38100">
            <a:solidFill>
              <a:srgbClr val="CCCCCC"/>
            </a:solidFill>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flipH="1">
            <a:off x="6205860" y="4356462"/>
            <a:ext cx="57642" cy="195943"/>
          </a:xfrm>
          <a:prstGeom prst="line">
            <a:avLst/>
          </a:prstGeom>
          <a:ln w="38100">
            <a:solidFill>
              <a:srgbClr val="CCCCCC"/>
            </a:solidFill>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flipH="1">
            <a:off x="6129637" y="4552405"/>
            <a:ext cx="76223" cy="195943"/>
          </a:xfrm>
          <a:prstGeom prst="line">
            <a:avLst/>
          </a:prstGeom>
          <a:ln w="38100">
            <a:solidFill>
              <a:srgbClr val="CCCCCC"/>
            </a:solidFill>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flipH="1">
            <a:off x="6039883" y="4748348"/>
            <a:ext cx="89754" cy="195943"/>
          </a:xfrm>
          <a:prstGeom prst="line">
            <a:avLst/>
          </a:prstGeom>
          <a:ln w="38100">
            <a:solidFill>
              <a:srgbClr val="CCCCCC"/>
            </a:solidFill>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flipH="1">
            <a:off x="5942542" y="4944291"/>
            <a:ext cx="97341" cy="195943"/>
          </a:xfrm>
          <a:prstGeom prst="line">
            <a:avLst/>
          </a:prstGeom>
          <a:ln w="38100">
            <a:solidFill>
              <a:srgbClr val="CCCCCC"/>
            </a:solidFill>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flipH="1">
            <a:off x="5844059" y="5140234"/>
            <a:ext cx="98483" cy="195943"/>
          </a:xfrm>
          <a:prstGeom prst="line">
            <a:avLst/>
          </a:prstGeom>
          <a:ln w="38100">
            <a:solidFill>
              <a:srgbClr val="CCCCCC"/>
            </a:solidFill>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flipH="1">
            <a:off x="5750957" y="5336177"/>
            <a:ext cx="93102" cy="195943"/>
          </a:xfrm>
          <a:prstGeom prst="line">
            <a:avLst/>
          </a:prstGeom>
          <a:ln w="38100">
            <a:solidFill>
              <a:srgbClr val="CCCCCC"/>
            </a:solidFill>
          </a:ln>
        </p:spPr>
        <p:style>
          <a:lnRef idx="2">
            <a:schemeClr val="accent1"/>
          </a:lnRef>
          <a:fillRef idx="0">
            <a:schemeClr val="accent1"/>
          </a:fillRef>
          <a:effectRef idx="1">
            <a:schemeClr val="accent1"/>
          </a:effectRef>
          <a:fontRef idx="minor">
            <a:schemeClr val="tx1"/>
          </a:fontRef>
        </p:style>
      </p:cxnSp>
      <p:sp>
        <p:nvSpPr>
          <p:cNvPr id="310" name="Oval 309"/>
          <p:cNvSpPr/>
          <p:nvPr/>
        </p:nvSpPr>
        <p:spPr>
          <a:xfrm>
            <a:off x="5749002" y="2820270"/>
            <a:ext cx="548640" cy="548640"/>
          </a:xfrm>
          <a:prstGeom prst="ellipse">
            <a:avLst/>
          </a:prstGeom>
          <a:noFill/>
          <a:ln w="31750">
            <a:solidFill>
              <a:srgbClr val="2121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Rounded Rectangle 310"/>
          <p:cNvSpPr/>
          <p:nvPr/>
        </p:nvSpPr>
        <p:spPr>
          <a:xfrm rot="20880000">
            <a:off x="5910302" y="3494314"/>
            <a:ext cx="768096" cy="960120"/>
          </a:xfrm>
          <a:prstGeom prst="roundRect">
            <a:avLst/>
          </a:prstGeom>
          <a:noFill/>
          <a:ln w="31750">
            <a:solidFill>
              <a:srgbClr val="2121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ectangle 311"/>
          <p:cNvSpPr/>
          <p:nvPr/>
        </p:nvSpPr>
        <p:spPr>
          <a:xfrm rot="600000">
            <a:off x="5800453" y="4583756"/>
            <a:ext cx="658368" cy="566928"/>
          </a:xfrm>
          <a:prstGeom prst="rect">
            <a:avLst/>
          </a:prstGeom>
          <a:noFill/>
          <a:ln w="31750">
            <a:solidFill>
              <a:srgbClr val="2121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TextBox 312"/>
          <p:cNvSpPr txBox="1"/>
          <p:nvPr/>
        </p:nvSpPr>
        <p:spPr>
          <a:xfrm>
            <a:off x="6407370" y="3039726"/>
            <a:ext cx="1280160" cy="274320"/>
          </a:xfrm>
          <a:prstGeom prst="rect">
            <a:avLst/>
          </a:prstGeom>
          <a:noFill/>
        </p:spPr>
        <p:txBody>
          <a:bodyPr wrap="square" anchor="ctr" lIns="0" rIns="0" tIns="0" bIns="0">
            <a:spAutoFit/>
          </a:bodyPr>
          <a:lstStyle/>
          <a:p>
            <a:pPr algn="l"/>
            <a:r>
              <a:rPr sz="1100" b="0" i="0">
                <a:solidFill>
                  <a:srgbClr val="999999"/>
                </a:solidFill>
              </a:rPr>
              <a:t>head</a:t>
            </a:r>
          </a:p>
        </p:txBody>
      </p:sp>
      <p:sp>
        <p:nvSpPr>
          <p:cNvPr id="314" name="TextBox 313"/>
          <p:cNvSpPr txBox="1"/>
          <p:nvPr/>
        </p:nvSpPr>
        <p:spPr>
          <a:xfrm>
            <a:off x="6842990" y="4006378"/>
            <a:ext cx="1280160" cy="274320"/>
          </a:xfrm>
          <a:prstGeom prst="rect">
            <a:avLst/>
          </a:prstGeom>
          <a:noFill/>
        </p:spPr>
        <p:txBody>
          <a:bodyPr wrap="square" anchor="ctr" lIns="0" rIns="0" tIns="0" bIns="0">
            <a:spAutoFit/>
          </a:bodyPr>
          <a:lstStyle/>
          <a:p>
            <a:pPr algn="l"/>
            <a:r>
              <a:rPr sz="1100" b="0" i="0">
                <a:solidFill>
                  <a:srgbClr val="999999"/>
                </a:solidFill>
              </a:rPr>
              <a:t>ribcage</a:t>
            </a:r>
          </a:p>
        </p:txBody>
      </p:sp>
      <p:sp>
        <p:nvSpPr>
          <p:cNvPr id="315" name="TextBox 314"/>
          <p:cNvSpPr txBox="1"/>
          <p:nvPr/>
        </p:nvSpPr>
        <p:spPr>
          <a:xfrm>
            <a:off x="6605125" y="4876364"/>
            <a:ext cx="1280160" cy="274320"/>
          </a:xfrm>
          <a:prstGeom prst="rect">
            <a:avLst/>
          </a:prstGeom>
          <a:noFill/>
        </p:spPr>
        <p:txBody>
          <a:bodyPr wrap="square" anchor="ctr" lIns="0" rIns="0" tIns="0" bIns="0">
            <a:spAutoFit/>
          </a:bodyPr>
          <a:lstStyle/>
          <a:p>
            <a:pPr algn="l"/>
            <a:r>
              <a:rPr sz="1100" b="0" i="0">
                <a:solidFill>
                  <a:srgbClr val="999999"/>
                </a:solidFill>
              </a:rPr>
              <a:t>pelvis</a:t>
            </a:r>
          </a:p>
        </p:txBody>
      </p:sp>
      <p:sp>
        <p:nvSpPr>
          <p:cNvPr id="316" name="TextBox 315"/>
          <p:cNvSpPr txBox="1"/>
          <p:nvPr/>
        </p:nvSpPr>
        <p:spPr>
          <a:xfrm>
            <a:off x="8138159" y="2148840"/>
            <a:ext cx="2377440" cy="320040"/>
          </a:xfrm>
          <a:prstGeom prst="rect">
            <a:avLst/>
          </a:prstGeom>
          <a:noFill/>
        </p:spPr>
        <p:txBody>
          <a:bodyPr wrap="square" anchor="ctr" lIns="0" rIns="0" tIns="0" bIns="0">
            <a:spAutoFit/>
          </a:bodyPr>
          <a:lstStyle/>
          <a:p>
            <a:pPr algn="ctr"/>
            <a:r>
              <a:rPr sz="1200" b="1" i="0">
                <a:solidFill>
                  <a:srgbClr val="CC702D"/>
                </a:solidFill>
              </a:rPr>
              <a:t>3 — CONNECT IT</a:t>
            </a:r>
          </a:p>
        </p:txBody>
      </p:sp>
      <p:cxnSp>
        <p:nvCxnSpPr>
          <p:cNvPr id="317" name="Connector 316"/>
          <p:cNvCxnSpPr/>
          <p:nvPr/>
        </p:nvCxnSpPr>
        <p:spPr>
          <a:xfrm>
            <a:off x="9162288" y="2926080"/>
            <a:ext cx="201168" cy="685800"/>
          </a:xfrm>
          <a:prstGeom prst="line">
            <a:avLst/>
          </a:prstGeom>
          <a:ln w="25400">
            <a:solidFill>
              <a:srgbClr val="CCCCCC"/>
            </a:solidFill>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9363456" y="3611880"/>
            <a:ext cx="54864" cy="685800"/>
          </a:xfrm>
          <a:prstGeom prst="line">
            <a:avLst/>
          </a:prstGeom>
          <a:ln w="25400">
            <a:solidFill>
              <a:srgbClr val="CCCCCC"/>
            </a:solidFill>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flipH="1">
            <a:off x="9308592" y="4297680"/>
            <a:ext cx="109728" cy="594360"/>
          </a:xfrm>
          <a:prstGeom prst="line">
            <a:avLst/>
          </a:prstGeom>
          <a:ln w="25400">
            <a:solidFill>
              <a:srgbClr val="CCCCCC"/>
            </a:solidFill>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flipH="1">
            <a:off x="9189720" y="4892040"/>
            <a:ext cx="118872" cy="612648"/>
          </a:xfrm>
          <a:prstGeom prst="line">
            <a:avLst/>
          </a:prstGeom>
          <a:ln w="25400">
            <a:solidFill>
              <a:srgbClr val="CCCCCC"/>
            </a:solidFill>
          </a:ln>
        </p:spPr>
        <p:style>
          <a:lnRef idx="2">
            <a:schemeClr val="accent1"/>
          </a:lnRef>
          <a:fillRef idx="0">
            <a:schemeClr val="accent1"/>
          </a:fillRef>
          <a:effectRef idx="1">
            <a:schemeClr val="accent1"/>
          </a:effectRef>
          <a:fontRef idx="minor">
            <a:schemeClr val="tx1"/>
          </a:fontRef>
        </p:style>
      </p:cxnSp>
      <p:sp>
        <p:nvSpPr>
          <p:cNvPr id="321" name="Oval 320"/>
          <p:cNvSpPr/>
          <p:nvPr/>
        </p:nvSpPr>
        <p:spPr>
          <a:xfrm>
            <a:off x="8906256" y="2779776"/>
            <a:ext cx="512064" cy="512064"/>
          </a:xfrm>
          <a:prstGeom prst="ellipse">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2" name="Connector 321"/>
          <p:cNvCxnSpPr/>
          <p:nvPr/>
        </p:nvCxnSpPr>
        <p:spPr>
          <a:xfrm>
            <a:off x="9198863" y="3273552"/>
            <a:ext cx="146305" cy="128016"/>
          </a:xfrm>
          <a:prstGeom prst="line">
            <a:avLst/>
          </a:prstGeom>
          <a:ln w="57150">
            <a:solidFill>
              <a:srgbClr val="212121"/>
            </a:solidFill>
          </a:ln>
        </p:spPr>
        <p:style>
          <a:lnRef idx="2">
            <a:schemeClr val="accent1"/>
          </a:lnRef>
          <a:fillRef idx="0">
            <a:schemeClr val="accent1"/>
          </a:fillRef>
          <a:effectRef idx="1">
            <a:schemeClr val="accent1"/>
          </a:effectRef>
          <a:fontRef idx="minor">
            <a:schemeClr val="tx1"/>
          </a:fontRef>
        </p:style>
      </p:cxnSp>
      <p:sp>
        <p:nvSpPr>
          <p:cNvPr id="323" name="Rounded Rectangle 322"/>
          <p:cNvSpPr/>
          <p:nvPr/>
        </p:nvSpPr>
        <p:spPr>
          <a:xfrm rot="21000000">
            <a:off x="8997696" y="3364992"/>
            <a:ext cx="731520" cy="877824"/>
          </a:xfrm>
          <a:prstGeom prst="roundRect">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4" name="Connector 323"/>
          <p:cNvCxnSpPr/>
          <p:nvPr/>
        </p:nvCxnSpPr>
        <p:spPr>
          <a:xfrm>
            <a:off x="9381744" y="4206240"/>
            <a:ext cx="18288" cy="36576"/>
          </a:xfrm>
          <a:prstGeom prst="line">
            <a:avLst/>
          </a:prstGeom>
          <a:ln w="63500">
            <a:solidFill>
              <a:srgbClr val="212121"/>
            </a:solidFill>
          </a:ln>
        </p:spPr>
        <p:style>
          <a:lnRef idx="2">
            <a:schemeClr val="accent1"/>
          </a:lnRef>
          <a:fillRef idx="0">
            <a:schemeClr val="accent1"/>
          </a:fillRef>
          <a:effectRef idx="1">
            <a:schemeClr val="accent1"/>
          </a:effectRef>
          <a:fontRef idx="minor">
            <a:schemeClr val="tx1"/>
          </a:fontRef>
        </p:style>
      </p:cxnSp>
      <p:sp>
        <p:nvSpPr>
          <p:cNvPr id="325" name="Rectangle 324"/>
          <p:cNvSpPr/>
          <p:nvPr/>
        </p:nvSpPr>
        <p:spPr>
          <a:xfrm rot="480000">
            <a:off x="9116568" y="4242816"/>
            <a:ext cx="603504" cy="512064"/>
          </a:xfrm>
          <a:prstGeom prst="rect">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6" name="Connector 325"/>
          <p:cNvCxnSpPr/>
          <p:nvPr/>
        </p:nvCxnSpPr>
        <p:spPr>
          <a:xfrm flipH="1">
            <a:off x="8595360" y="3566160"/>
            <a:ext cx="457200" cy="475488"/>
          </a:xfrm>
          <a:prstGeom prst="line">
            <a:avLst/>
          </a:prstGeom>
          <a:ln w="571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a:off x="8595360" y="4041648"/>
            <a:ext cx="201168" cy="512064"/>
          </a:xfrm>
          <a:prstGeom prst="line">
            <a:avLst/>
          </a:prstGeom>
          <a:ln w="571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9674352" y="3255264"/>
            <a:ext cx="438912" cy="256032"/>
          </a:xfrm>
          <a:prstGeom prst="line">
            <a:avLst/>
          </a:prstGeom>
          <a:ln w="571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10113264" y="2889504"/>
            <a:ext cx="329184" cy="365760"/>
          </a:xfrm>
          <a:prstGeom prst="line">
            <a:avLst/>
          </a:prstGeom>
          <a:ln w="571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H="1">
            <a:off x="9015984" y="4718304"/>
            <a:ext cx="219456" cy="402336"/>
          </a:xfrm>
          <a:prstGeom prst="line">
            <a:avLst/>
          </a:prstGeom>
          <a:ln w="635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H="1">
            <a:off x="8887968" y="5120640"/>
            <a:ext cx="128016" cy="384048"/>
          </a:xfrm>
          <a:prstGeom prst="line">
            <a:avLst/>
          </a:prstGeom>
          <a:ln w="635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a:off x="9619488" y="4700016"/>
            <a:ext cx="384048" cy="347472"/>
          </a:xfrm>
          <a:prstGeom prst="line">
            <a:avLst/>
          </a:prstGeom>
          <a:ln w="635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a:off x="10003536" y="5047488"/>
            <a:ext cx="201168" cy="420624"/>
          </a:xfrm>
          <a:prstGeom prst="line">
            <a:avLst/>
          </a:prstGeom>
          <a:ln w="635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a:off x="1371600" y="5605272"/>
            <a:ext cx="2743200" cy="0"/>
          </a:xfrm>
          <a:prstGeom prst="line">
            <a:avLst/>
          </a:prstGeom>
          <a:ln w="19050">
            <a:solidFill>
              <a:srgbClr val="CCCCCC"/>
            </a:solidFill>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a:off x="4663440" y="5605272"/>
            <a:ext cx="2743200" cy="0"/>
          </a:xfrm>
          <a:prstGeom prst="line">
            <a:avLst/>
          </a:prstGeom>
          <a:ln w="19050">
            <a:solidFill>
              <a:srgbClr val="CCCCCC"/>
            </a:solidFill>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a:off x="7955279" y="5605272"/>
            <a:ext cx="2743201" cy="0"/>
          </a:xfrm>
          <a:prstGeom prst="line">
            <a:avLst/>
          </a:prstGeom>
          <a:ln w="19050">
            <a:solidFill>
              <a:srgbClr val="CCCCC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The Silhouette Test</a:t>
            </a:r>
            <a:endParaRPr/>
          </a:p>
        </p:txBody>
      </p:sp>
      <p:sp>
        <p:nvSpPr>
          <p:cNvPr id="279" name="Google Shape;279;p16"/>
          <p:cNvSpPr txBox="1"/>
          <p:nvPr>
            <p:ph idx="1" type="body"/>
          </p:nvPr>
        </p:nvSpPr>
        <p:spPr>
          <a:xfrm>
            <a:off x="1298448" y="6053328"/>
            <a:ext cx="9601200" cy="502920"/>
          </a:xfrm>
          <a:prstGeom prst="rect">
            <a:avLst/>
          </a:prstGeom>
          <a:noFill/>
          <a:ln>
            <a:noFill/>
          </a:ln>
        </p:spPr>
        <p:txBody>
          <a:bodyPr anchorCtr="0" anchor="t" bIns="45700" lIns="91425" spcFirstLastPara="1" rIns="91425" wrap="square" tIns="45700">
            <a:normAutofit/>
          </a:bodyPr>
          <a:lstStyle/>
          <a:p>
            <a:pPr indent="-285750" lvl="0" marL="285750" rtl="0" algn="ctr">
              <a:spcBef>
                <a:spcPts val="0"/>
              </a:spcBef>
              <a:spcAft>
                <a:spcPts val="0"/>
              </a:spcAft>
              <a:buSzPts val="2760"/>
              <a:defRPr sz="1500" i="1">
                <a:solidFill>
                  <a:srgbClr val="CC702D"/>
                </a:solidFill>
              </a:defRPr>
              <a:buNone/>
            </a:pPr>
            <a:r>
              <a:rPr lang="en-US"/>
              <a:t>If the action does not survive being filled in black, the pose has failed.</a:t>
            </a:r>
            <a:endParaRPr/>
          </a:p>
        </p:txBody>
      </p:sp>
      <p:sp>
        <p:nvSpPr>
          <p:cNvPr id="280" name="Rectangle 279"/>
          <p:cNvSpPr/>
          <p:nvPr/>
        </p:nvSpPr>
        <p:spPr>
          <a:xfrm>
            <a:off x="1600200" y="2578608"/>
            <a:ext cx="4160520" cy="3154680"/>
          </a:xfrm>
          <a:prstGeom prst="rect">
            <a:avLst/>
          </a:prstGeom>
          <a:solidFill>
            <a:srgbClr val="FFFFFF"/>
          </a:solidFill>
          <a:ln w="25400">
            <a:solidFill>
              <a:srgbClr val="2121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TextBox 280"/>
          <p:cNvSpPr txBox="1"/>
          <p:nvPr/>
        </p:nvSpPr>
        <p:spPr>
          <a:xfrm>
            <a:off x="1600200" y="2670048"/>
            <a:ext cx="4160520" cy="292608"/>
          </a:xfrm>
          <a:prstGeom prst="rect">
            <a:avLst/>
          </a:prstGeom>
          <a:noFill/>
        </p:spPr>
        <p:txBody>
          <a:bodyPr wrap="square" anchor="ctr" lIns="0" rIns="0" tIns="0" bIns="0">
            <a:spAutoFit/>
          </a:bodyPr>
          <a:lstStyle/>
          <a:p>
            <a:pPr algn="ctr"/>
            <a:r>
              <a:rPr sz="1300" b="1" i="0">
                <a:solidFill>
                  <a:srgbClr val="212121"/>
                </a:solidFill>
              </a:rPr>
              <a:t>READS</a:t>
            </a:r>
          </a:p>
        </p:txBody>
      </p:sp>
      <p:sp>
        <p:nvSpPr>
          <p:cNvPr id="282" name="Oval 281"/>
          <p:cNvSpPr/>
          <p:nvPr/>
        </p:nvSpPr>
        <p:spPr>
          <a:xfrm>
            <a:off x="3501237" y="2926079"/>
            <a:ext cx="358444" cy="358444"/>
          </a:xfrm>
          <a:prstGeom prst="ellipse">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Rounded Rectangle 282"/>
          <p:cNvSpPr/>
          <p:nvPr/>
        </p:nvSpPr>
        <p:spPr>
          <a:xfrm>
            <a:off x="3456432" y="3255849"/>
            <a:ext cx="448056" cy="940917"/>
          </a:xfrm>
          <a:prstGeom prst="roundRect">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4" name="Connector 283"/>
          <p:cNvCxnSpPr/>
          <p:nvPr/>
        </p:nvCxnSpPr>
        <p:spPr>
          <a:xfrm flipH="1" flipV="1">
            <a:off x="2739542" y="2987015"/>
            <a:ext cx="784098" cy="380848"/>
          </a:xfrm>
          <a:prstGeom prst="line">
            <a:avLst/>
          </a:prstGeom>
          <a:ln w="635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a:off x="3837279" y="3367863"/>
            <a:ext cx="828904" cy="380847"/>
          </a:xfrm>
          <a:prstGeom prst="line">
            <a:avLst/>
          </a:prstGeom>
          <a:ln w="635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flipH="1">
            <a:off x="3097987" y="4196766"/>
            <a:ext cx="448056" cy="969593"/>
          </a:xfrm>
          <a:prstGeom prst="line">
            <a:avLst/>
          </a:prstGeom>
          <a:ln w="698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814876" y="4196766"/>
            <a:ext cx="492862" cy="835177"/>
          </a:xfrm>
          <a:prstGeom prst="line">
            <a:avLst/>
          </a:prstGeom>
          <a:ln w="69850">
            <a:solidFill>
              <a:srgbClr val="212121"/>
            </a:solidFill>
          </a:ln>
        </p:spPr>
        <p:style>
          <a:lnRef idx="2">
            <a:schemeClr val="accent1"/>
          </a:lnRef>
          <a:fillRef idx="0">
            <a:schemeClr val="accent1"/>
          </a:fillRef>
          <a:effectRef idx="1">
            <a:schemeClr val="accent1"/>
          </a:effectRef>
          <a:fontRef idx="minor">
            <a:schemeClr val="tx1"/>
          </a:fontRef>
        </p:style>
      </p:cxnSp>
      <p:sp>
        <p:nvSpPr>
          <p:cNvPr id="288" name="TextBox 287"/>
          <p:cNvSpPr txBox="1"/>
          <p:nvPr/>
        </p:nvSpPr>
        <p:spPr>
          <a:xfrm>
            <a:off x="1600200" y="5349240"/>
            <a:ext cx="4160520" cy="292608"/>
          </a:xfrm>
          <a:prstGeom prst="rect">
            <a:avLst/>
          </a:prstGeom>
          <a:noFill/>
        </p:spPr>
        <p:txBody>
          <a:bodyPr wrap="square" anchor="ctr" lIns="0" rIns="0" tIns="0" bIns="0">
            <a:spAutoFit/>
          </a:bodyPr>
          <a:lstStyle/>
          <a:p>
            <a:pPr algn="ctr"/>
            <a:r>
              <a:rPr sz="1200" b="0" i="1">
                <a:solidFill>
                  <a:srgbClr val="999999"/>
                </a:solidFill>
              </a:rPr>
              <a:t>throwing</a:t>
            </a:r>
          </a:p>
        </p:txBody>
      </p:sp>
      <p:sp>
        <p:nvSpPr>
          <p:cNvPr id="289" name="Rectangle 288"/>
          <p:cNvSpPr/>
          <p:nvPr/>
        </p:nvSpPr>
        <p:spPr>
          <a:xfrm>
            <a:off x="6446520" y="2578608"/>
            <a:ext cx="4160520" cy="3154680"/>
          </a:xfrm>
          <a:prstGeom prst="rect">
            <a:avLst/>
          </a:prstGeom>
          <a:solidFill>
            <a:srgbClr val="FFFFFF"/>
          </a:solidFill>
          <a:ln w="25400">
            <a:solidFill>
              <a:srgbClr val="2121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TextBox 289"/>
          <p:cNvSpPr txBox="1"/>
          <p:nvPr/>
        </p:nvSpPr>
        <p:spPr>
          <a:xfrm>
            <a:off x="6446520" y="2670048"/>
            <a:ext cx="4160520" cy="292608"/>
          </a:xfrm>
          <a:prstGeom prst="rect">
            <a:avLst/>
          </a:prstGeom>
          <a:noFill/>
        </p:spPr>
        <p:txBody>
          <a:bodyPr wrap="square" anchor="ctr" lIns="0" rIns="0" tIns="0" bIns="0">
            <a:spAutoFit/>
          </a:bodyPr>
          <a:lstStyle/>
          <a:p>
            <a:pPr algn="ctr"/>
            <a:r>
              <a:rPr sz="1300" b="1" i="0">
                <a:solidFill>
                  <a:srgbClr val="B53A31"/>
                </a:solidFill>
              </a:rPr>
              <a:t>DOESN'T READ</a:t>
            </a:r>
          </a:p>
        </p:txBody>
      </p:sp>
      <p:sp>
        <p:nvSpPr>
          <p:cNvPr id="291" name="Oval 290"/>
          <p:cNvSpPr/>
          <p:nvPr/>
        </p:nvSpPr>
        <p:spPr>
          <a:xfrm>
            <a:off x="8347557" y="2926079"/>
            <a:ext cx="358444" cy="358444"/>
          </a:xfrm>
          <a:prstGeom prst="ellipse">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Rounded Rectangle 291"/>
          <p:cNvSpPr/>
          <p:nvPr/>
        </p:nvSpPr>
        <p:spPr>
          <a:xfrm>
            <a:off x="8302752" y="3255849"/>
            <a:ext cx="448056" cy="940917"/>
          </a:xfrm>
          <a:prstGeom prst="roundRect">
            <a:avLst/>
          </a:prstGeom>
          <a:solidFill>
            <a:srgbClr val="212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3" name="Connector 292"/>
          <p:cNvCxnSpPr/>
          <p:nvPr/>
        </p:nvCxnSpPr>
        <p:spPr>
          <a:xfrm flipH="1">
            <a:off x="8325154" y="3345460"/>
            <a:ext cx="89611" cy="776033"/>
          </a:xfrm>
          <a:prstGeom prst="line">
            <a:avLst/>
          </a:prstGeom>
          <a:ln w="635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8638794" y="3345460"/>
            <a:ext cx="89611" cy="776033"/>
          </a:xfrm>
          <a:prstGeom prst="line">
            <a:avLst/>
          </a:prstGeom>
          <a:ln w="6350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flipH="1">
            <a:off x="8369960" y="4196766"/>
            <a:ext cx="44805" cy="969593"/>
          </a:xfrm>
          <a:prstGeom prst="line">
            <a:avLst/>
          </a:prstGeom>
          <a:ln w="69850">
            <a:solidFill>
              <a:srgbClr val="212121"/>
            </a:solidFill>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8638794" y="4196766"/>
            <a:ext cx="44805" cy="969593"/>
          </a:xfrm>
          <a:prstGeom prst="line">
            <a:avLst/>
          </a:prstGeom>
          <a:ln w="69850">
            <a:solidFill>
              <a:srgbClr val="212121"/>
            </a:solidFill>
          </a:ln>
        </p:spPr>
        <p:style>
          <a:lnRef idx="2">
            <a:schemeClr val="accent1"/>
          </a:lnRef>
          <a:fillRef idx="0">
            <a:schemeClr val="accent1"/>
          </a:fillRef>
          <a:effectRef idx="1">
            <a:schemeClr val="accent1"/>
          </a:effectRef>
          <a:fontRef idx="minor">
            <a:schemeClr val="tx1"/>
          </a:fontRef>
        </p:style>
      </p:cxnSp>
      <p:sp>
        <p:nvSpPr>
          <p:cNvPr id="297" name="TextBox 296"/>
          <p:cNvSpPr txBox="1"/>
          <p:nvPr/>
        </p:nvSpPr>
        <p:spPr>
          <a:xfrm>
            <a:off x="6446520" y="5349240"/>
            <a:ext cx="4160520" cy="292608"/>
          </a:xfrm>
          <a:prstGeom prst="rect">
            <a:avLst/>
          </a:prstGeom>
          <a:noFill/>
        </p:spPr>
        <p:txBody>
          <a:bodyPr wrap="square" anchor="ctr" lIns="0" rIns="0" tIns="0" bIns="0">
            <a:spAutoFit/>
          </a:bodyPr>
          <a:lstStyle/>
          <a:p>
            <a:pPr algn="ctr"/>
            <a:r>
              <a:rPr sz="1200" b="0" i="1">
                <a:solidFill>
                  <a:srgbClr val="B53A31"/>
                </a:solidFill>
              </a:rPr>
              <a:t>…throwing? waiting? falling?</a:t>
            </a: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Economy</a:t>
            </a:r>
            <a:endParaRPr/>
          </a:p>
        </p:txBody>
      </p:sp>
      <p:sp>
        <p:nvSpPr>
          <p:cNvPr id="279" name="Google Shape;279;p16"/>
          <p:cNvSpPr txBox="1"/>
          <p:nvPr>
            <p:ph idx="1" type="body"/>
          </p:nvPr>
        </p:nvSpPr>
        <p:spPr>
          <a:xfrm>
            <a:off x="1447800" y="3028950"/>
            <a:ext cx="9448796"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One curve for the spine</a:t>
            </a:r>
            <a:endParaRPr/>
          </a:p>
          <a:p>
            <a:pPr indent="-285750" lvl="0" marL="285750" rtl="0" algn="l">
              <a:spcBef>
                <a:spcPts val="0"/>
              </a:spcBef>
              <a:spcAft>
                <a:spcPts val="0"/>
              </a:spcAft>
              <a:buSzPts val="2760"/>
              <a:buChar char="•"/>
            </a:pPr>
            <a:r>
              <a:rPr lang="en-US"/>
              <a:t>Hands are mittens</a:t>
            </a:r>
            <a:endParaRPr/>
          </a:p>
          <a:p>
            <a:pPr indent="-285750" lvl="0" marL="285750" rtl="0" algn="l">
              <a:spcBef>
                <a:spcPts val="0"/>
              </a:spcBef>
              <a:spcAft>
                <a:spcPts val="0"/>
              </a:spcAft>
              <a:buSzPts val="2760"/>
              <a:buChar char="•"/>
            </a:pPr>
            <a:r>
              <a:rPr lang="en-US"/>
              <a:t>Faces are three marks — or nothing at all</a:t>
            </a:r>
            <a:endParaRPr/>
          </a:p>
          <a:p>
            <a:pPr indent="-285750" lvl="0" marL="285750" rtl="0" algn="l">
              <a:spcBef>
                <a:spcPts val="0"/>
              </a:spcBef>
              <a:spcAft>
                <a:spcPts val="0"/>
              </a:spcAft>
              <a:buSzPts val="2760"/>
              <a:buChar char="•"/>
            </a:pPr>
            <a:r>
              <a:rPr lang="en-US"/>
              <a:t>Detail where it matters. Nowhere else.</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Notation</a:t>
            </a:r>
            <a:endParaRPr/>
          </a:p>
        </p:txBody>
      </p:sp>
      <p:sp>
        <p:nvSpPr>
          <p:cNvPr id="279" name="Google Shape;279;p16"/>
          <p:cNvSpPr txBox="1"/>
          <p:nvPr>
            <p:ph idx="1" type="body"/>
          </p:nvPr>
        </p:nvSpPr>
        <p:spPr>
          <a:xfrm>
            <a:off x="1447800" y="3028950"/>
            <a:ext cx="9448796"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Motion arrow — what the subject does</a:t>
            </a:r>
            <a:endParaRPr/>
          </a:p>
          <a:p>
            <a:pPr indent="-285750" lvl="0" marL="285750" rtl="0" algn="l">
              <a:spcBef>
                <a:spcPts val="0"/>
              </a:spcBef>
              <a:spcAft>
                <a:spcPts val="0"/>
              </a:spcAft>
              <a:buSzPts val="2760"/>
              <a:buChar char="•"/>
            </a:pPr>
            <a:r>
              <a:rPr lang="en-US"/>
              <a:t>Camera arrow — what the camera does</a:t>
            </a:r>
            <a:endParaRPr/>
          </a:p>
          <a:p>
            <a:pPr indent="-285750" lvl="0" marL="285750" rtl="0" algn="l">
              <a:spcBef>
                <a:spcPts val="0"/>
              </a:spcBef>
              <a:spcAft>
                <a:spcPts val="0"/>
              </a:spcAft>
              <a:buSzPts val="2760"/>
              <a:buChar char="•"/>
            </a:pPr>
            <a:r>
              <a:rPr lang="en-US"/>
              <a:t>PAN  ·  TRUCK IN / OUT  ·  TILT  ·  CUT  ·  HOLD</a:t>
            </a:r>
            <a:endParaRPr/>
          </a:p>
          <a:p>
            <a:pPr indent="-285750" lvl="0" marL="285750" rtl="0" algn="l">
              <a:spcBef>
                <a:spcPts val="0"/>
              </a:spcBef>
              <a:spcAft>
                <a:spcPts val="0"/>
              </a:spcAft>
              <a:buSzPts val="2760"/>
              <a:buChar char="•"/>
            </a:pPr>
            <a:r>
              <a:rPr lang="en-US"/>
              <a:t>Number every panel. Always.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lang="en-US"/>
              <a:t>Exercise: Ten Poses</a:t>
            </a:r>
            <a:endParaRPr/>
          </a:p>
        </p:txBody>
      </p:sp>
      <p:sp>
        <p:nvSpPr>
          <p:cNvPr id="279" name="Google Shape;279;p16"/>
          <p:cNvSpPr txBox="1"/>
          <p:nvPr>
            <p:ph idx="1" type="body"/>
          </p:nvPr>
        </p:nvSpPr>
        <p:spPr>
          <a:xfrm>
            <a:off x="1447800" y="3028950"/>
            <a:ext cx="9448796" cy="284691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lang="en-US"/>
              <a:t>Ten reference actions — 60 to 90 seconds each</a:t>
            </a:r>
            <a:endParaRPr/>
          </a:p>
          <a:p>
            <a:pPr indent="-285750" lvl="0" marL="285750" rtl="0" algn="l">
              <a:spcBef>
                <a:spcPts val="0"/>
              </a:spcBef>
              <a:spcAft>
                <a:spcPts val="0"/>
              </a:spcAft>
              <a:buSzPts val="2760"/>
              <a:buChar char="•"/>
            </a:pPr>
            <a:r>
              <a:rPr lang="en-US"/>
              <a:t>Three-shape figures only</a:t>
            </a:r>
            <a:endParaRPr/>
          </a:p>
          <a:p>
            <a:pPr indent="-285750" lvl="0" marL="285750" rtl="0" algn="l">
              <a:spcBef>
                <a:spcPts val="0"/>
              </a:spcBef>
              <a:spcAft>
                <a:spcPts val="0"/>
              </a:spcAft>
              <a:buSzPts val="2760"/>
              <a:buChar char="•"/>
            </a:pPr>
            <a:r>
              <a:rPr lang="en-US"/>
              <a:t>Then fill two of them in as solid silhouettes</a:t>
            </a:r>
            <a:endParaRPr/>
          </a:p>
          <a:p>
            <a:pPr indent="-285750" lvl="0" marL="285750" rtl="0" algn="l">
              <a:spcBef>
                <a:spcPts val="0"/>
              </a:spcBef>
              <a:spcAft>
                <a:spcPts val="0"/>
              </a:spcAft>
              <a:buSzPts val="2760"/>
              <a:buChar char="•"/>
            </a:pPr>
            <a:r>
              <a:rPr lang="en-US"/>
              <a:t>Have your neighbour name the action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rganic">
  <a:themeElements>
    <a:clrScheme name="Custom 1">
      <a:dk1>
        <a:srgbClr val="000000"/>
      </a:dk1>
      <a:lt1>
        <a:srgbClr val="FFFFFF"/>
      </a:lt1>
      <a:dk2>
        <a:srgbClr val="212121"/>
      </a:dk2>
      <a:lt2>
        <a:srgbClr val="DADADA"/>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2016-01-10T17:17:42Z</dcterms:created>
  <dc:creator>Daniel</dc:creator>
</cp:coreProperties>
</file>